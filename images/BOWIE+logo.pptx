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62" r:id="rId3"/>
    <p:sldId id="257" r:id="rId4"/>
    <p:sldId id="261" r:id="rId5"/>
    <p:sldId id="260" r:id="rId6"/>
    <p:sldId id="258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AF953D"/>
    <a:srgbClr val="373744"/>
    <a:srgbClr val="5E605A"/>
    <a:srgbClr val="22222A"/>
    <a:srgbClr val="F6D154"/>
    <a:srgbClr val="DB705B"/>
    <a:srgbClr val="F7F4EB"/>
    <a:srgbClr val="54A4C0"/>
    <a:srgbClr val="CAD6D5"/>
    <a:srgbClr val="BA4B4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662"/>
    <p:restoredTop sz="94627"/>
  </p:normalViewPr>
  <p:slideViewPr>
    <p:cSldViewPr snapToGrid="0">
      <p:cViewPr varScale="1">
        <p:scale>
          <a:sx n="90" d="100"/>
          <a:sy n="90" d="100"/>
        </p:scale>
        <p:origin x="224" y="2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8A64DA-48DC-5259-62B7-36E4FEB627A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24B8DAB-ECA4-0943-97B4-63192A6C366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354807A-CC8D-F14F-F1BC-11F256F2FE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B76EAB-02FD-6C45-9366-B7885458F26C}" type="datetimeFigureOut">
              <a:rPr lang="en-US" smtClean="0"/>
              <a:t>6/26/25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111B0D9-1165-4080-54F9-27D1FF77F8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6AB3C70-55F3-5AEC-71FF-FDC5A3B3C8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7A9A79-B8F7-B64E-9E3F-DFE09010D8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08150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8FE578-5B14-CACD-D6D9-5F16674ACF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241702-86A9-207B-8C56-B6AA8CDFFC2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EDE76F-AAAC-118E-C2BD-F9808CF6F3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B76EAB-02FD-6C45-9366-B7885458F26C}" type="datetimeFigureOut">
              <a:rPr lang="en-US" smtClean="0"/>
              <a:t>6/26/25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22DA08-DE36-422F-597B-721B902CC7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8D66E71-F3B5-7D28-914D-F348EC6DFB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7A9A79-B8F7-B64E-9E3F-DFE09010D8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55727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44C8BD-1E3D-356E-8E3A-C80AB645A3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FCD94B9-3B6E-ABA9-290F-CCBC2CF120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DE94E2-343D-8D8B-4B1E-8C8429D483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B76EAB-02FD-6C45-9366-B7885458F26C}" type="datetimeFigureOut">
              <a:rPr lang="en-US" smtClean="0"/>
              <a:t>6/26/25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84F9CF-A781-3D94-F7A0-EF2FA7BD80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4E4996-870A-31F1-D456-E24F40220C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7A9A79-B8F7-B64E-9E3F-DFE09010D8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94573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1A6674-3EEF-86DD-CF6B-01FC0C3236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5F00DC-FEE6-4821-73AA-8B5CEF22268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B5C24AC-2054-80AC-12EB-1CFC6B63C62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9F177E4-141A-B700-7A9E-82C4574AE9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B76EAB-02FD-6C45-9366-B7885458F26C}" type="datetimeFigureOut">
              <a:rPr lang="en-US" smtClean="0"/>
              <a:t>6/26/25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E9292E5-502C-3636-9E77-439C838014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1A65228-2578-790A-3999-9A91B73474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7A9A79-B8F7-B64E-9E3F-DFE09010D8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31296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881506-D21D-F4B0-3317-302C75BA73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376C854-4156-672D-31A5-874B236BDC8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B13F9BD-6763-236A-5826-686524A02B5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33023D5-1B88-A131-A3B5-E5EDC9CB9F7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A7A2084-C3BD-9F58-1DCF-FEA17067691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FA632CA-4170-A420-5FFC-932C45A74F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B76EAB-02FD-6C45-9366-B7885458F26C}" type="datetimeFigureOut">
              <a:rPr lang="en-US" smtClean="0"/>
              <a:t>6/26/25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7A2A638-BDCA-5E5A-DB3A-E94FA8C5D6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7ECF713-A327-9ECB-0E2F-B0E5E8961F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7A9A79-B8F7-B64E-9E3F-DFE09010D8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490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937F9D-3CD3-25AA-BE5F-F4327DD635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DA7A4B2-AC44-B47E-822F-20067D33AB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B76EAB-02FD-6C45-9366-B7885458F26C}" type="datetimeFigureOut">
              <a:rPr lang="en-US" smtClean="0"/>
              <a:t>6/26/25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70F0372-9693-3244-AC4E-38322D97E4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BE3836D-8B61-3177-450D-26F91E2AD1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7A9A79-B8F7-B64E-9E3F-DFE09010D8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15410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BC275BF-E4BA-D5EE-5239-E1729EB224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B76EAB-02FD-6C45-9366-B7885458F26C}" type="datetimeFigureOut">
              <a:rPr lang="en-US" smtClean="0"/>
              <a:t>6/26/25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0223EBC-A61F-90A0-112D-3920CFF65B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0305EC6-CDA9-BE50-D098-025AC151CB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7A9A79-B8F7-B64E-9E3F-DFE09010D8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91419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82C8F8-709D-AC06-698B-709F2DED39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703994-E31A-D5A8-AC84-9E863A9EBD1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32804A6-F664-D54B-5555-ED7A5084EAA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6AFAA36-3613-6C20-F478-3A786CF044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B76EAB-02FD-6C45-9366-B7885458F26C}" type="datetimeFigureOut">
              <a:rPr lang="en-US" smtClean="0"/>
              <a:t>6/26/25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A712299-B442-232B-482F-5A9D152D1D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97990DA-F03B-1BDC-8D64-C839A9B2D1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7A9A79-B8F7-B64E-9E3F-DFE09010D8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50230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965BD5-F6E0-8747-95E6-C46B902F9B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9573B46-CF70-043F-BD9A-5BC8352B57B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138F7A5-6856-C85A-A252-595E7AE59BF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80A071E-6C9C-D445-6EAF-3CE6B6841F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B76EAB-02FD-6C45-9366-B7885458F26C}" type="datetimeFigureOut">
              <a:rPr lang="en-US" smtClean="0"/>
              <a:t>6/26/25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CEF4F96-7890-6484-C699-BCFB26F992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05F5B7A-D11B-8A19-4711-30761965F6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7A9A79-B8F7-B64E-9E3F-DFE09010D8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10510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2DF4CC-62EC-F849-0627-C2B459B5DA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AE9936A-0397-0284-F164-0433FE877F2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0E786B-F6AD-44F5-2521-6534D143B1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B76EAB-02FD-6C45-9366-B7885458F26C}" type="datetimeFigureOut">
              <a:rPr lang="en-US" smtClean="0"/>
              <a:t>6/26/25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9D768F-4FF6-D879-60D1-73C7D5A399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952403-7F9E-1058-9DE9-2A91F6C649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7A9A79-B8F7-B64E-9E3F-DFE09010D8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14314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884CB1A-33AC-1B83-D3DD-663285D1DA8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28D4031-31A5-FB24-CE3A-A8C0EB0A9D3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F3D887D-82A3-70E4-1DF9-989D9EDCD7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B76EAB-02FD-6C45-9366-B7885458F26C}" type="datetimeFigureOut">
              <a:rPr lang="en-US" smtClean="0"/>
              <a:t>6/26/25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98DA23-4470-B519-CBB9-D7AFCD864E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94153E4-C5B2-41D3-ECA8-336E3274CA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7A9A79-B8F7-B64E-9E3F-DFE09010D8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38294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CD3928F-D829-BCB5-26AE-12D300BD15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FE4FD04-5477-4726-C065-7D0C9BD6BA1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D3A5947-36D7-48D7-A837-AEB51A431F3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2B76EAB-02FD-6C45-9366-B7885458F26C}" type="datetimeFigureOut">
              <a:rPr lang="en-US" smtClean="0"/>
              <a:t>6/26/25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2A5439B-4717-48BE-4360-539E635D6B0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EAACD8C-F505-F165-602F-BF3DB10D208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67A9A79-B8F7-B64E-9E3F-DFE09010D8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94891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>
            <a:extLst>
              <a:ext uri="{FF2B5EF4-FFF2-40B4-BE49-F238E27FC236}">
                <a16:creationId xmlns:a16="http://schemas.microsoft.com/office/drawing/2014/main" id="{ED209C12-2406-178B-6089-91232FD41679}"/>
              </a:ext>
            </a:extLst>
          </p:cNvPr>
          <p:cNvGrpSpPr/>
          <p:nvPr/>
        </p:nvGrpSpPr>
        <p:grpSpPr>
          <a:xfrm>
            <a:off x="310666" y="1178792"/>
            <a:ext cx="4797287" cy="4175322"/>
            <a:chOff x="2888974" y="1298713"/>
            <a:chExt cx="4797287" cy="4175322"/>
          </a:xfrm>
        </p:grpSpPr>
        <p:sp>
          <p:nvSpPr>
            <p:cNvPr id="4" name="Hexagon 3">
              <a:extLst>
                <a:ext uri="{FF2B5EF4-FFF2-40B4-BE49-F238E27FC236}">
                  <a16:creationId xmlns:a16="http://schemas.microsoft.com/office/drawing/2014/main" id="{9485FF7A-DE8D-D3ED-6560-9922BB44765E}"/>
                </a:ext>
              </a:extLst>
            </p:cNvPr>
            <p:cNvSpPr>
              <a:spLocks/>
            </p:cNvSpPr>
            <p:nvPr/>
          </p:nvSpPr>
          <p:spPr>
            <a:xfrm>
              <a:off x="2888974" y="1298713"/>
              <a:ext cx="4797287" cy="4174435"/>
            </a:xfrm>
            <a:prstGeom prst="hexagon">
              <a:avLst/>
            </a:prstGeom>
            <a:solidFill>
              <a:srgbClr val="FFC000"/>
            </a:solidFill>
            <a:ln w="2032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Freeform 20">
              <a:extLst>
                <a:ext uri="{FF2B5EF4-FFF2-40B4-BE49-F238E27FC236}">
                  <a16:creationId xmlns:a16="http://schemas.microsoft.com/office/drawing/2014/main" id="{5D435A6C-D8CE-9B50-D936-E0DAF9DEA690}"/>
                </a:ext>
              </a:extLst>
            </p:cNvPr>
            <p:cNvSpPr/>
            <p:nvPr/>
          </p:nvSpPr>
          <p:spPr>
            <a:xfrm>
              <a:off x="3419062" y="2473819"/>
              <a:ext cx="3790120" cy="1779329"/>
            </a:xfrm>
            <a:custGeom>
              <a:avLst/>
              <a:gdLst>
                <a:gd name="connsiteX0" fmla="*/ 0 w 5009321"/>
                <a:gd name="connsiteY0" fmla="*/ 312756 h 1821094"/>
                <a:gd name="connsiteX1" fmla="*/ 1364974 w 5009321"/>
                <a:gd name="connsiteY1" fmla="*/ 273000 h 1821094"/>
                <a:gd name="connsiteX2" fmla="*/ 1630017 w 5009321"/>
                <a:gd name="connsiteY2" fmla="*/ 1571713 h 1821094"/>
                <a:gd name="connsiteX3" fmla="*/ 2372139 w 5009321"/>
                <a:gd name="connsiteY3" fmla="*/ 1717487 h 1821094"/>
                <a:gd name="connsiteX4" fmla="*/ 2849217 w 5009321"/>
                <a:gd name="connsiteY4" fmla="*/ 1690982 h 1821094"/>
                <a:gd name="connsiteX5" fmla="*/ 3114261 w 5009321"/>
                <a:gd name="connsiteY5" fmla="*/ 127226 h 1821094"/>
                <a:gd name="connsiteX6" fmla="*/ 4691269 w 5009321"/>
                <a:gd name="connsiteY6" fmla="*/ 87469 h 1821094"/>
                <a:gd name="connsiteX7" fmla="*/ 5009321 w 5009321"/>
                <a:gd name="connsiteY7" fmla="*/ 60965 h 1821094"/>
                <a:gd name="connsiteX0" fmla="*/ 0 w 5261112"/>
                <a:gd name="connsiteY0" fmla="*/ 100721 h 1821094"/>
                <a:gd name="connsiteX1" fmla="*/ 1616765 w 5261112"/>
                <a:gd name="connsiteY1" fmla="*/ 273000 h 1821094"/>
                <a:gd name="connsiteX2" fmla="*/ 1881808 w 5261112"/>
                <a:gd name="connsiteY2" fmla="*/ 1571713 h 1821094"/>
                <a:gd name="connsiteX3" fmla="*/ 2623930 w 5261112"/>
                <a:gd name="connsiteY3" fmla="*/ 1717487 h 1821094"/>
                <a:gd name="connsiteX4" fmla="*/ 3101008 w 5261112"/>
                <a:gd name="connsiteY4" fmla="*/ 1690982 h 1821094"/>
                <a:gd name="connsiteX5" fmla="*/ 3366052 w 5261112"/>
                <a:gd name="connsiteY5" fmla="*/ 127226 h 1821094"/>
                <a:gd name="connsiteX6" fmla="*/ 4943060 w 5261112"/>
                <a:gd name="connsiteY6" fmla="*/ 87469 h 1821094"/>
                <a:gd name="connsiteX7" fmla="*/ 5261112 w 5261112"/>
                <a:gd name="connsiteY7" fmla="*/ 60965 h 1821094"/>
                <a:gd name="connsiteX0" fmla="*/ 0 w 5261112"/>
                <a:gd name="connsiteY0" fmla="*/ 100721 h 1821094"/>
                <a:gd name="connsiteX1" fmla="*/ 1616765 w 5261112"/>
                <a:gd name="connsiteY1" fmla="*/ 273000 h 1821094"/>
                <a:gd name="connsiteX2" fmla="*/ 1881808 w 5261112"/>
                <a:gd name="connsiteY2" fmla="*/ 1571713 h 1821094"/>
                <a:gd name="connsiteX3" fmla="*/ 2623930 w 5261112"/>
                <a:gd name="connsiteY3" fmla="*/ 1717487 h 1821094"/>
                <a:gd name="connsiteX4" fmla="*/ 3101008 w 5261112"/>
                <a:gd name="connsiteY4" fmla="*/ 1690982 h 1821094"/>
                <a:gd name="connsiteX5" fmla="*/ 3366052 w 5261112"/>
                <a:gd name="connsiteY5" fmla="*/ 127226 h 1821094"/>
                <a:gd name="connsiteX6" fmla="*/ 4943060 w 5261112"/>
                <a:gd name="connsiteY6" fmla="*/ 87469 h 1821094"/>
                <a:gd name="connsiteX7" fmla="*/ 5261112 w 5261112"/>
                <a:gd name="connsiteY7" fmla="*/ 60965 h 1821094"/>
                <a:gd name="connsiteX0" fmla="*/ 0 w 5261112"/>
                <a:gd name="connsiteY0" fmla="*/ 100721 h 1821094"/>
                <a:gd name="connsiteX1" fmla="*/ 1616765 w 5261112"/>
                <a:gd name="connsiteY1" fmla="*/ 273000 h 1821094"/>
                <a:gd name="connsiteX2" fmla="*/ 1881808 w 5261112"/>
                <a:gd name="connsiteY2" fmla="*/ 1571713 h 1821094"/>
                <a:gd name="connsiteX3" fmla="*/ 2623930 w 5261112"/>
                <a:gd name="connsiteY3" fmla="*/ 1717487 h 1821094"/>
                <a:gd name="connsiteX4" fmla="*/ 3101008 w 5261112"/>
                <a:gd name="connsiteY4" fmla="*/ 1690982 h 1821094"/>
                <a:gd name="connsiteX5" fmla="*/ 3366052 w 5261112"/>
                <a:gd name="connsiteY5" fmla="*/ 127226 h 1821094"/>
                <a:gd name="connsiteX6" fmla="*/ 4943060 w 5261112"/>
                <a:gd name="connsiteY6" fmla="*/ 87469 h 1821094"/>
                <a:gd name="connsiteX7" fmla="*/ 5261112 w 5261112"/>
                <a:gd name="connsiteY7" fmla="*/ 60965 h 1821094"/>
                <a:gd name="connsiteX0" fmla="*/ 0 w 5261112"/>
                <a:gd name="connsiteY0" fmla="*/ 100721 h 1821094"/>
                <a:gd name="connsiteX1" fmla="*/ 1616765 w 5261112"/>
                <a:gd name="connsiteY1" fmla="*/ 127227 h 1821094"/>
                <a:gd name="connsiteX2" fmla="*/ 1881808 w 5261112"/>
                <a:gd name="connsiteY2" fmla="*/ 1571713 h 1821094"/>
                <a:gd name="connsiteX3" fmla="*/ 2623930 w 5261112"/>
                <a:gd name="connsiteY3" fmla="*/ 1717487 h 1821094"/>
                <a:gd name="connsiteX4" fmla="*/ 3101008 w 5261112"/>
                <a:gd name="connsiteY4" fmla="*/ 1690982 h 1821094"/>
                <a:gd name="connsiteX5" fmla="*/ 3366052 w 5261112"/>
                <a:gd name="connsiteY5" fmla="*/ 127226 h 1821094"/>
                <a:gd name="connsiteX6" fmla="*/ 4943060 w 5261112"/>
                <a:gd name="connsiteY6" fmla="*/ 87469 h 1821094"/>
                <a:gd name="connsiteX7" fmla="*/ 5261112 w 5261112"/>
                <a:gd name="connsiteY7" fmla="*/ 60965 h 1821094"/>
                <a:gd name="connsiteX0" fmla="*/ 0 w 5261112"/>
                <a:gd name="connsiteY0" fmla="*/ 100721 h 1821094"/>
                <a:gd name="connsiteX1" fmla="*/ 1616765 w 5261112"/>
                <a:gd name="connsiteY1" fmla="*/ 127227 h 1821094"/>
                <a:gd name="connsiteX2" fmla="*/ 1881808 w 5261112"/>
                <a:gd name="connsiteY2" fmla="*/ 1571713 h 1821094"/>
                <a:gd name="connsiteX3" fmla="*/ 2623930 w 5261112"/>
                <a:gd name="connsiteY3" fmla="*/ 1717487 h 1821094"/>
                <a:gd name="connsiteX4" fmla="*/ 3101008 w 5261112"/>
                <a:gd name="connsiteY4" fmla="*/ 1690982 h 1821094"/>
                <a:gd name="connsiteX5" fmla="*/ 3366052 w 5261112"/>
                <a:gd name="connsiteY5" fmla="*/ 127226 h 1821094"/>
                <a:gd name="connsiteX6" fmla="*/ 4943060 w 5261112"/>
                <a:gd name="connsiteY6" fmla="*/ 87469 h 1821094"/>
                <a:gd name="connsiteX7" fmla="*/ 5261112 w 5261112"/>
                <a:gd name="connsiteY7" fmla="*/ 60965 h 1821094"/>
                <a:gd name="connsiteX0" fmla="*/ 0 w 5261112"/>
                <a:gd name="connsiteY0" fmla="*/ 109720 h 1830093"/>
                <a:gd name="connsiteX1" fmla="*/ 1616765 w 5261112"/>
                <a:gd name="connsiteY1" fmla="*/ 136226 h 1830093"/>
                <a:gd name="connsiteX2" fmla="*/ 1881808 w 5261112"/>
                <a:gd name="connsiteY2" fmla="*/ 1580712 h 1830093"/>
                <a:gd name="connsiteX3" fmla="*/ 2623930 w 5261112"/>
                <a:gd name="connsiteY3" fmla="*/ 1726486 h 1830093"/>
                <a:gd name="connsiteX4" fmla="*/ 3101008 w 5261112"/>
                <a:gd name="connsiteY4" fmla="*/ 1699981 h 1830093"/>
                <a:gd name="connsiteX5" fmla="*/ 3366052 w 5261112"/>
                <a:gd name="connsiteY5" fmla="*/ 136225 h 1830093"/>
                <a:gd name="connsiteX6" fmla="*/ 4943060 w 5261112"/>
                <a:gd name="connsiteY6" fmla="*/ 96468 h 1830093"/>
                <a:gd name="connsiteX7" fmla="*/ 5261112 w 5261112"/>
                <a:gd name="connsiteY7" fmla="*/ 69964 h 1830093"/>
                <a:gd name="connsiteX0" fmla="*/ 0 w 5261112"/>
                <a:gd name="connsiteY0" fmla="*/ 100722 h 1821095"/>
                <a:gd name="connsiteX1" fmla="*/ 1616765 w 5261112"/>
                <a:gd name="connsiteY1" fmla="*/ 127228 h 1821095"/>
                <a:gd name="connsiteX2" fmla="*/ 1881808 w 5261112"/>
                <a:gd name="connsiteY2" fmla="*/ 1571714 h 1821095"/>
                <a:gd name="connsiteX3" fmla="*/ 2623930 w 5261112"/>
                <a:gd name="connsiteY3" fmla="*/ 1717488 h 1821095"/>
                <a:gd name="connsiteX4" fmla="*/ 3101008 w 5261112"/>
                <a:gd name="connsiteY4" fmla="*/ 1690983 h 1821095"/>
                <a:gd name="connsiteX5" fmla="*/ 3366052 w 5261112"/>
                <a:gd name="connsiteY5" fmla="*/ 127227 h 1821095"/>
                <a:gd name="connsiteX6" fmla="*/ 4943060 w 5261112"/>
                <a:gd name="connsiteY6" fmla="*/ 87470 h 1821095"/>
                <a:gd name="connsiteX7" fmla="*/ 5261112 w 5261112"/>
                <a:gd name="connsiteY7" fmla="*/ 60966 h 1821095"/>
                <a:gd name="connsiteX0" fmla="*/ 0 w 5261112"/>
                <a:gd name="connsiteY0" fmla="*/ 100722 h 1821095"/>
                <a:gd name="connsiteX1" fmla="*/ 1616765 w 5261112"/>
                <a:gd name="connsiteY1" fmla="*/ 127228 h 1821095"/>
                <a:gd name="connsiteX2" fmla="*/ 1881808 w 5261112"/>
                <a:gd name="connsiteY2" fmla="*/ 1571714 h 1821095"/>
                <a:gd name="connsiteX3" fmla="*/ 2623930 w 5261112"/>
                <a:gd name="connsiteY3" fmla="*/ 1717488 h 1821095"/>
                <a:gd name="connsiteX4" fmla="*/ 3101008 w 5261112"/>
                <a:gd name="connsiteY4" fmla="*/ 1690983 h 1821095"/>
                <a:gd name="connsiteX5" fmla="*/ 3366052 w 5261112"/>
                <a:gd name="connsiteY5" fmla="*/ 127227 h 1821095"/>
                <a:gd name="connsiteX6" fmla="*/ 4943060 w 5261112"/>
                <a:gd name="connsiteY6" fmla="*/ 87470 h 1821095"/>
                <a:gd name="connsiteX7" fmla="*/ 5261112 w 5261112"/>
                <a:gd name="connsiteY7" fmla="*/ 60966 h 1821095"/>
                <a:gd name="connsiteX0" fmla="*/ 0 w 5261112"/>
                <a:gd name="connsiteY0" fmla="*/ 98115 h 1744263"/>
                <a:gd name="connsiteX1" fmla="*/ 1616765 w 5261112"/>
                <a:gd name="connsiteY1" fmla="*/ 124621 h 1744263"/>
                <a:gd name="connsiteX2" fmla="*/ 1881808 w 5261112"/>
                <a:gd name="connsiteY2" fmla="*/ 1569107 h 1744263"/>
                <a:gd name="connsiteX3" fmla="*/ 2623930 w 5261112"/>
                <a:gd name="connsiteY3" fmla="*/ 1714881 h 1744263"/>
                <a:gd name="connsiteX4" fmla="*/ 3101008 w 5261112"/>
                <a:gd name="connsiteY4" fmla="*/ 1529350 h 1744263"/>
                <a:gd name="connsiteX5" fmla="*/ 3366052 w 5261112"/>
                <a:gd name="connsiteY5" fmla="*/ 124620 h 1744263"/>
                <a:gd name="connsiteX6" fmla="*/ 4943060 w 5261112"/>
                <a:gd name="connsiteY6" fmla="*/ 84863 h 1744263"/>
                <a:gd name="connsiteX7" fmla="*/ 5261112 w 5261112"/>
                <a:gd name="connsiteY7" fmla="*/ 58359 h 1744263"/>
                <a:gd name="connsiteX0" fmla="*/ 0 w 5261112"/>
                <a:gd name="connsiteY0" fmla="*/ 98115 h 1739047"/>
                <a:gd name="connsiteX1" fmla="*/ 1616765 w 5261112"/>
                <a:gd name="connsiteY1" fmla="*/ 124621 h 1739047"/>
                <a:gd name="connsiteX2" fmla="*/ 1881808 w 5261112"/>
                <a:gd name="connsiteY2" fmla="*/ 1569107 h 1739047"/>
                <a:gd name="connsiteX3" fmla="*/ 2623930 w 5261112"/>
                <a:gd name="connsiteY3" fmla="*/ 1714881 h 1739047"/>
                <a:gd name="connsiteX4" fmla="*/ 3101008 w 5261112"/>
                <a:gd name="connsiteY4" fmla="*/ 1529350 h 1739047"/>
                <a:gd name="connsiteX5" fmla="*/ 3366052 w 5261112"/>
                <a:gd name="connsiteY5" fmla="*/ 124620 h 1739047"/>
                <a:gd name="connsiteX6" fmla="*/ 4943060 w 5261112"/>
                <a:gd name="connsiteY6" fmla="*/ 84863 h 1739047"/>
                <a:gd name="connsiteX7" fmla="*/ 5261112 w 5261112"/>
                <a:gd name="connsiteY7" fmla="*/ 58359 h 1739047"/>
                <a:gd name="connsiteX0" fmla="*/ 0 w 5261112"/>
                <a:gd name="connsiteY0" fmla="*/ 98115 h 1744263"/>
                <a:gd name="connsiteX1" fmla="*/ 1616765 w 5261112"/>
                <a:gd name="connsiteY1" fmla="*/ 124621 h 1744263"/>
                <a:gd name="connsiteX2" fmla="*/ 1881808 w 5261112"/>
                <a:gd name="connsiteY2" fmla="*/ 1569107 h 1744263"/>
                <a:gd name="connsiteX3" fmla="*/ 2623930 w 5261112"/>
                <a:gd name="connsiteY3" fmla="*/ 1714881 h 1744263"/>
                <a:gd name="connsiteX4" fmla="*/ 3101008 w 5261112"/>
                <a:gd name="connsiteY4" fmla="*/ 1529350 h 1744263"/>
                <a:gd name="connsiteX5" fmla="*/ 3366052 w 5261112"/>
                <a:gd name="connsiteY5" fmla="*/ 124620 h 1744263"/>
                <a:gd name="connsiteX6" fmla="*/ 4943060 w 5261112"/>
                <a:gd name="connsiteY6" fmla="*/ 84863 h 1744263"/>
                <a:gd name="connsiteX7" fmla="*/ 5261112 w 5261112"/>
                <a:gd name="connsiteY7" fmla="*/ 58359 h 1744263"/>
                <a:gd name="connsiteX0" fmla="*/ 0 w 5261112"/>
                <a:gd name="connsiteY0" fmla="*/ 98115 h 1743386"/>
                <a:gd name="connsiteX1" fmla="*/ 1616765 w 5261112"/>
                <a:gd name="connsiteY1" fmla="*/ 124621 h 1743386"/>
                <a:gd name="connsiteX2" fmla="*/ 1881808 w 5261112"/>
                <a:gd name="connsiteY2" fmla="*/ 1569107 h 1743386"/>
                <a:gd name="connsiteX3" fmla="*/ 2623930 w 5261112"/>
                <a:gd name="connsiteY3" fmla="*/ 1714881 h 1743386"/>
                <a:gd name="connsiteX4" fmla="*/ 3193773 w 5261112"/>
                <a:gd name="connsiteY4" fmla="*/ 1542602 h 1743386"/>
                <a:gd name="connsiteX5" fmla="*/ 3366052 w 5261112"/>
                <a:gd name="connsiteY5" fmla="*/ 124620 h 1743386"/>
                <a:gd name="connsiteX6" fmla="*/ 4943060 w 5261112"/>
                <a:gd name="connsiteY6" fmla="*/ 84863 h 1743386"/>
                <a:gd name="connsiteX7" fmla="*/ 5261112 w 5261112"/>
                <a:gd name="connsiteY7" fmla="*/ 58359 h 1743386"/>
                <a:gd name="connsiteX0" fmla="*/ 0 w 5261112"/>
                <a:gd name="connsiteY0" fmla="*/ 98115 h 1735222"/>
                <a:gd name="connsiteX1" fmla="*/ 1616765 w 5261112"/>
                <a:gd name="connsiteY1" fmla="*/ 124621 h 1735222"/>
                <a:gd name="connsiteX2" fmla="*/ 1881808 w 5261112"/>
                <a:gd name="connsiteY2" fmla="*/ 1569107 h 1735222"/>
                <a:gd name="connsiteX3" fmla="*/ 3193773 w 5261112"/>
                <a:gd name="connsiteY3" fmla="*/ 1542602 h 1735222"/>
                <a:gd name="connsiteX4" fmla="*/ 3366052 w 5261112"/>
                <a:gd name="connsiteY4" fmla="*/ 124620 h 1735222"/>
                <a:gd name="connsiteX5" fmla="*/ 4943060 w 5261112"/>
                <a:gd name="connsiteY5" fmla="*/ 84863 h 1735222"/>
                <a:gd name="connsiteX6" fmla="*/ 5261112 w 5261112"/>
                <a:gd name="connsiteY6" fmla="*/ 58359 h 1735222"/>
                <a:gd name="connsiteX0" fmla="*/ 0 w 5261112"/>
                <a:gd name="connsiteY0" fmla="*/ 98115 h 1734438"/>
                <a:gd name="connsiteX1" fmla="*/ 1616765 w 5261112"/>
                <a:gd name="connsiteY1" fmla="*/ 124621 h 1734438"/>
                <a:gd name="connsiteX2" fmla="*/ 1881808 w 5261112"/>
                <a:gd name="connsiteY2" fmla="*/ 1569107 h 1734438"/>
                <a:gd name="connsiteX3" fmla="*/ 3193773 w 5261112"/>
                <a:gd name="connsiteY3" fmla="*/ 1542602 h 1734438"/>
                <a:gd name="connsiteX4" fmla="*/ 3485322 w 5261112"/>
                <a:gd name="connsiteY4" fmla="*/ 137873 h 1734438"/>
                <a:gd name="connsiteX5" fmla="*/ 4943060 w 5261112"/>
                <a:gd name="connsiteY5" fmla="*/ 84863 h 1734438"/>
                <a:gd name="connsiteX6" fmla="*/ 5261112 w 5261112"/>
                <a:gd name="connsiteY6" fmla="*/ 58359 h 1734438"/>
                <a:gd name="connsiteX0" fmla="*/ 0 w 5261112"/>
                <a:gd name="connsiteY0" fmla="*/ 98115 h 1734438"/>
                <a:gd name="connsiteX1" fmla="*/ 1616765 w 5261112"/>
                <a:gd name="connsiteY1" fmla="*/ 124621 h 1734438"/>
                <a:gd name="connsiteX2" fmla="*/ 1881808 w 5261112"/>
                <a:gd name="connsiteY2" fmla="*/ 1569107 h 1734438"/>
                <a:gd name="connsiteX3" fmla="*/ 3193773 w 5261112"/>
                <a:gd name="connsiteY3" fmla="*/ 1542602 h 1734438"/>
                <a:gd name="connsiteX4" fmla="*/ 3485322 w 5261112"/>
                <a:gd name="connsiteY4" fmla="*/ 137873 h 1734438"/>
                <a:gd name="connsiteX5" fmla="*/ 5261112 w 5261112"/>
                <a:gd name="connsiteY5" fmla="*/ 58359 h 1734438"/>
                <a:gd name="connsiteX0" fmla="*/ 0 w 5035825"/>
                <a:gd name="connsiteY0" fmla="*/ 98115 h 1734438"/>
                <a:gd name="connsiteX1" fmla="*/ 1616765 w 5035825"/>
                <a:gd name="connsiteY1" fmla="*/ 124621 h 1734438"/>
                <a:gd name="connsiteX2" fmla="*/ 1881808 w 5035825"/>
                <a:gd name="connsiteY2" fmla="*/ 1569107 h 1734438"/>
                <a:gd name="connsiteX3" fmla="*/ 3193773 w 5035825"/>
                <a:gd name="connsiteY3" fmla="*/ 1542602 h 1734438"/>
                <a:gd name="connsiteX4" fmla="*/ 3485322 w 5035825"/>
                <a:gd name="connsiteY4" fmla="*/ 137873 h 1734438"/>
                <a:gd name="connsiteX5" fmla="*/ 5035825 w 5035825"/>
                <a:gd name="connsiteY5" fmla="*/ 58359 h 1734438"/>
                <a:gd name="connsiteX0" fmla="*/ 0 w 4386468"/>
                <a:gd name="connsiteY0" fmla="*/ 39649 h 1795241"/>
                <a:gd name="connsiteX1" fmla="*/ 967408 w 4386468"/>
                <a:gd name="connsiteY1" fmla="*/ 185424 h 1795241"/>
                <a:gd name="connsiteX2" fmla="*/ 1232451 w 4386468"/>
                <a:gd name="connsiteY2" fmla="*/ 1629910 h 1795241"/>
                <a:gd name="connsiteX3" fmla="*/ 2544416 w 4386468"/>
                <a:gd name="connsiteY3" fmla="*/ 1603405 h 1795241"/>
                <a:gd name="connsiteX4" fmla="*/ 2835965 w 4386468"/>
                <a:gd name="connsiteY4" fmla="*/ 198676 h 1795241"/>
                <a:gd name="connsiteX5" fmla="*/ 4386468 w 4386468"/>
                <a:gd name="connsiteY5" fmla="*/ 119162 h 1795241"/>
                <a:gd name="connsiteX0" fmla="*/ 0 w 4386468"/>
                <a:gd name="connsiteY0" fmla="*/ 23737 h 1779329"/>
                <a:gd name="connsiteX1" fmla="*/ 967408 w 4386468"/>
                <a:gd name="connsiteY1" fmla="*/ 169512 h 1779329"/>
                <a:gd name="connsiteX2" fmla="*/ 1232451 w 4386468"/>
                <a:gd name="connsiteY2" fmla="*/ 1613998 h 1779329"/>
                <a:gd name="connsiteX3" fmla="*/ 2544416 w 4386468"/>
                <a:gd name="connsiteY3" fmla="*/ 1587493 h 1779329"/>
                <a:gd name="connsiteX4" fmla="*/ 2835965 w 4386468"/>
                <a:gd name="connsiteY4" fmla="*/ 182764 h 1779329"/>
                <a:gd name="connsiteX5" fmla="*/ 4386468 w 4386468"/>
                <a:gd name="connsiteY5" fmla="*/ 103250 h 1779329"/>
                <a:gd name="connsiteX0" fmla="*/ 0 w 3684102"/>
                <a:gd name="connsiteY0" fmla="*/ 23737 h 1779329"/>
                <a:gd name="connsiteX1" fmla="*/ 967408 w 3684102"/>
                <a:gd name="connsiteY1" fmla="*/ 169512 h 1779329"/>
                <a:gd name="connsiteX2" fmla="*/ 1232451 w 3684102"/>
                <a:gd name="connsiteY2" fmla="*/ 1613998 h 1779329"/>
                <a:gd name="connsiteX3" fmla="*/ 2544416 w 3684102"/>
                <a:gd name="connsiteY3" fmla="*/ 1587493 h 1779329"/>
                <a:gd name="connsiteX4" fmla="*/ 2835965 w 3684102"/>
                <a:gd name="connsiteY4" fmla="*/ 182764 h 1779329"/>
                <a:gd name="connsiteX5" fmla="*/ 3684102 w 3684102"/>
                <a:gd name="connsiteY5" fmla="*/ 50241 h 1779329"/>
                <a:gd name="connsiteX0" fmla="*/ 0 w 3790120"/>
                <a:gd name="connsiteY0" fmla="*/ 23737 h 1779329"/>
                <a:gd name="connsiteX1" fmla="*/ 967408 w 3790120"/>
                <a:gd name="connsiteY1" fmla="*/ 169512 h 1779329"/>
                <a:gd name="connsiteX2" fmla="*/ 1232451 w 3790120"/>
                <a:gd name="connsiteY2" fmla="*/ 1613998 h 1779329"/>
                <a:gd name="connsiteX3" fmla="*/ 2544416 w 3790120"/>
                <a:gd name="connsiteY3" fmla="*/ 1587493 h 1779329"/>
                <a:gd name="connsiteX4" fmla="*/ 2835965 w 3790120"/>
                <a:gd name="connsiteY4" fmla="*/ 182764 h 1779329"/>
                <a:gd name="connsiteX5" fmla="*/ 3790120 w 3790120"/>
                <a:gd name="connsiteY5" fmla="*/ 23737 h 17793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790120" h="1779329">
                  <a:moveTo>
                    <a:pt x="0" y="23737"/>
                  </a:moveTo>
                  <a:cubicBezTo>
                    <a:pt x="665922" y="31468"/>
                    <a:pt x="762000" y="-95532"/>
                    <a:pt x="967408" y="169512"/>
                  </a:cubicBezTo>
                  <a:cubicBezTo>
                    <a:pt x="1172817" y="434556"/>
                    <a:pt x="969616" y="1377668"/>
                    <a:pt x="1232451" y="1613998"/>
                  </a:cubicBezTo>
                  <a:cubicBezTo>
                    <a:pt x="1495286" y="1850328"/>
                    <a:pt x="2277164" y="1826032"/>
                    <a:pt x="2544416" y="1587493"/>
                  </a:cubicBezTo>
                  <a:cubicBezTo>
                    <a:pt x="2811668" y="1348954"/>
                    <a:pt x="2628348" y="443390"/>
                    <a:pt x="2835965" y="182764"/>
                  </a:cubicBezTo>
                  <a:cubicBezTo>
                    <a:pt x="3043582" y="-77862"/>
                    <a:pt x="3420164" y="40302"/>
                    <a:pt x="3790120" y="23737"/>
                  </a:cubicBezTo>
                </a:path>
              </a:pathLst>
            </a:custGeom>
            <a:noFill/>
            <a:ln w="12382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" name="Lightning Bolt 4">
              <a:extLst>
                <a:ext uri="{FF2B5EF4-FFF2-40B4-BE49-F238E27FC236}">
                  <a16:creationId xmlns:a16="http://schemas.microsoft.com/office/drawing/2014/main" id="{215C2CB6-086C-743F-62CE-2FCFF57F0F6C}"/>
                </a:ext>
              </a:extLst>
            </p:cNvPr>
            <p:cNvSpPr>
              <a:spLocks/>
            </p:cNvSpPr>
            <p:nvPr/>
          </p:nvSpPr>
          <p:spPr>
            <a:xfrm rot="20698526" flipH="1">
              <a:off x="3959533" y="1477268"/>
              <a:ext cx="3027948" cy="2989081"/>
            </a:xfrm>
            <a:custGeom>
              <a:avLst/>
              <a:gdLst>
                <a:gd name="connsiteX0" fmla="*/ 8472 w 21600"/>
                <a:gd name="connsiteY0" fmla="*/ 0 h 21600"/>
                <a:gd name="connsiteX1" fmla="*/ 12860 w 21600"/>
                <a:gd name="connsiteY1" fmla="*/ 6080 h 21600"/>
                <a:gd name="connsiteX2" fmla="*/ 11050 w 21600"/>
                <a:gd name="connsiteY2" fmla="*/ 6797 h 21600"/>
                <a:gd name="connsiteX3" fmla="*/ 16577 w 21600"/>
                <a:gd name="connsiteY3" fmla="*/ 12007 h 21600"/>
                <a:gd name="connsiteX4" fmla="*/ 14767 w 21600"/>
                <a:gd name="connsiteY4" fmla="*/ 12877 h 21600"/>
                <a:gd name="connsiteX5" fmla="*/ 21600 w 21600"/>
                <a:gd name="connsiteY5" fmla="*/ 21600 h 21600"/>
                <a:gd name="connsiteX6" fmla="*/ 10012 w 21600"/>
                <a:gd name="connsiteY6" fmla="*/ 14915 h 21600"/>
                <a:gd name="connsiteX7" fmla="*/ 12222 w 21600"/>
                <a:gd name="connsiteY7" fmla="*/ 13987 h 21600"/>
                <a:gd name="connsiteX8" fmla="*/ 5022 w 21600"/>
                <a:gd name="connsiteY8" fmla="*/ 9705 h 21600"/>
                <a:gd name="connsiteX9" fmla="*/ 7602 w 21600"/>
                <a:gd name="connsiteY9" fmla="*/ 8382 h 21600"/>
                <a:gd name="connsiteX10" fmla="*/ 0 w 21600"/>
                <a:gd name="connsiteY10" fmla="*/ 3890 h 21600"/>
                <a:gd name="connsiteX11" fmla="*/ 8472 w 21600"/>
                <a:gd name="connsiteY11" fmla="*/ 0 h 21600"/>
                <a:gd name="connsiteX0" fmla="*/ 9160 w 21600"/>
                <a:gd name="connsiteY0" fmla="*/ 0 h 20270"/>
                <a:gd name="connsiteX1" fmla="*/ 12860 w 21600"/>
                <a:gd name="connsiteY1" fmla="*/ 4750 h 20270"/>
                <a:gd name="connsiteX2" fmla="*/ 11050 w 21600"/>
                <a:gd name="connsiteY2" fmla="*/ 5467 h 20270"/>
                <a:gd name="connsiteX3" fmla="*/ 16577 w 21600"/>
                <a:gd name="connsiteY3" fmla="*/ 10677 h 20270"/>
                <a:gd name="connsiteX4" fmla="*/ 14767 w 21600"/>
                <a:gd name="connsiteY4" fmla="*/ 11547 h 20270"/>
                <a:gd name="connsiteX5" fmla="*/ 21600 w 21600"/>
                <a:gd name="connsiteY5" fmla="*/ 20270 h 20270"/>
                <a:gd name="connsiteX6" fmla="*/ 10012 w 21600"/>
                <a:gd name="connsiteY6" fmla="*/ 13585 h 20270"/>
                <a:gd name="connsiteX7" fmla="*/ 12222 w 21600"/>
                <a:gd name="connsiteY7" fmla="*/ 12657 h 20270"/>
                <a:gd name="connsiteX8" fmla="*/ 5022 w 21600"/>
                <a:gd name="connsiteY8" fmla="*/ 8375 h 20270"/>
                <a:gd name="connsiteX9" fmla="*/ 7602 w 21600"/>
                <a:gd name="connsiteY9" fmla="*/ 7052 h 20270"/>
                <a:gd name="connsiteX10" fmla="*/ 0 w 21600"/>
                <a:gd name="connsiteY10" fmla="*/ 2560 h 20270"/>
                <a:gd name="connsiteX11" fmla="*/ 9160 w 21600"/>
                <a:gd name="connsiteY11" fmla="*/ 0 h 20270"/>
                <a:gd name="connsiteX0" fmla="*/ 8537 w 20977"/>
                <a:gd name="connsiteY0" fmla="*/ 0 h 20270"/>
                <a:gd name="connsiteX1" fmla="*/ 12237 w 20977"/>
                <a:gd name="connsiteY1" fmla="*/ 4750 h 20270"/>
                <a:gd name="connsiteX2" fmla="*/ 10427 w 20977"/>
                <a:gd name="connsiteY2" fmla="*/ 5467 h 20270"/>
                <a:gd name="connsiteX3" fmla="*/ 15954 w 20977"/>
                <a:gd name="connsiteY3" fmla="*/ 10677 h 20270"/>
                <a:gd name="connsiteX4" fmla="*/ 14144 w 20977"/>
                <a:gd name="connsiteY4" fmla="*/ 11547 h 20270"/>
                <a:gd name="connsiteX5" fmla="*/ 20977 w 20977"/>
                <a:gd name="connsiteY5" fmla="*/ 20270 h 20270"/>
                <a:gd name="connsiteX6" fmla="*/ 9389 w 20977"/>
                <a:gd name="connsiteY6" fmla="*/ 13585 h 20270"/>
                <a:gd name="connsiteX7" fmla="*/ 11599 w 20977"/>
                <a:gd name="connsiteY7" fmla="*/ 12657 h 20270"/>
                <a:gd name="connsiteX8" fmla="*/ 4399 w 20977"/>
                <a:gd name="connsiteY8" fmla="*/ 8375 h 20270"/>
                <a:gd name="connsiteX9" fmla="*/ 6979 w 20977"/>
                <a:gd name="connsiteY9" fmla="*/ 7052 h 20270"/>
                <a:gd name="connsiteX10" fmla="*/ 0 w 20977"/>
                <a:gd name="connsiteY10" fmla="*/ 2391 h 20270"/>
                <a:gd name="connsiteX11" fmla="*/ 8537 w 20977"/>
                <a:gd name="connsiteY11" fmla="*/ 0 h 20270"/>
                <a:gd name="connsiteX0" fmla="*/ 8537 w 20977"/>
                <a:gd name="connsiteY0" fmla="*/ 0 h 20270"/>
                <a:gd name="connsiteX1" fmla="*/ 12237 w 20977"/>
                <a:gd name="connsiteY1" fmla="*/ 4750 h 20270"/>
                <a:gd name="connsiteX2" fmla="*/ 15954 w 20977"/>
                <a:gd name="connsiteY2" fmla="*/ 10677 h 20270"/>
                <a:gd name="connsiteX3" fmla="*/ 14144 w 20977"/>
                <a:gd name="connsiteY3" fmla="*/ 11547 h 20270"/>
                <a:gd name="connsiteX4" fmla="*/ 20977 w 20977"/>
                <a:gd name="connsiteY4" fmla="*/ 20270 h 20270"/>
                <a:gd name="connsiteX5" fmla="*/ 9389 w 20977"/>
                <a:gd name="connsiteY5" fmla="*/ 13585 h 20270"/>
                <a:gd name="connsiteX6" fmla="*/ 11599 w 20977"/>
                <a:gd name="connsiteY6" fmla="*/ 12657 h 20270"/>
                <a:gd name="connsiteX7" fmla="*/ 4399 w 20977"/>
                <a:gd name="connsiteY7" fmla="*/ 8375 h 20270"/>
                <a:gd name="connsiteX8" fmla="*/ 6979 w 20977"/>
                <a:gd name="connsiteY8" fmla="*/ 7052 h 20270"/>
                <a:gd name="connsiteX9" fmla="*/ 0 w 20977"/>
                <a:gd name="connsiteY9" fmla="*/ 2391 h 20270"/>
                <a:gd name="connsiteX10" fmla="*/ 8537 w 20977"/>
                <a:gd name="connsiteY10" fmla="*/ 0 h 20270"/>
                <a:gd name="connsiteX0" fmla="*/ 8537 w 20977"/>
                <a:gd name="connsiteY0" fmla="*/ 0 h 20270"/>
                <a:gd name="connsiteX1" fmla="*/ 12237 w 20977"/>
                <a:gd name="connsiteY1" fmla="*/ 4750 h 20270"/>
                <a:gd name="connsiteX2" fmla="*/ 15954 w 20977"/>
                <a:gd name="connsiteY2" fmla="*/ 10677 h 20270"/>
                <a:gd name="connsiteX3" fmla="*/ 14144 w 20977"/>
                <a:gd name="connsiteY3" fmla="*/ 11547 h 20270"/>
                <a:gd name="connsiteX4" fmla="*/ 20977 w 20977"/>
                <a:gd name="connsiteY4" fmla="*/ 20270 h 20270"/>
                <a:gd name="connsiteX5" fmla="*/ 9389 w 20977"/>
                <a:gd name="connsiteY5" fmla="*/ 13585 h 20270"/>
                <a:gd name="connsiteX6" fmla="*/ 11599 w 20977"/>
                <a:gd name="connsiteY6" fmla="*/ 12657 h 20270"/>
                <a:gd name="connsiteX7" fmla="*/ 6979 w 20977"/>
                <a:gd name="connsiteY7" fmla="*/ 7052 h 20270"/>
                <a:gd name="connsiteX8" fmla="*/ 0 w 20977"/>
                <a:gd name="connsiteY8" fmla="*/ 2391 h 20270"/>
                <a:gd name="connsiteX9" fmla="*/ 8537 w 20977"/>
                <a:gd name="connsiteY9" fmla="*/ 0 h 20270"/>
                <a:gd name="connsiteX0" fmla="*/ 8537 w 20977"/>
                <a:gd name="connsiteY0" fmla="*/ 0 h 20270"/>
                <a:gd name="connsiteX1" fmla="*/ 12237 w 20977"/>
                <a:gd name="connsiteY1" fmla="*/ 4750 h 20270"/>
                <a:gd name="connsiteX2" fmla="*/ 15954 w 20977"/>
                <a:gd name="connsiteY2" fmla="*/ 10677 h 20270"/>
                <a:gd name="connsiteX3" fmla="*/ 14144 w 20977"/>
                <a:gd name="connsiteY3" fmla="*/ 11547 h 20270"/>
                <a:gd name="connsiteX4" fmla="*/ 20977 w 20977"/>
                <a:gd name="connsiteY4" fmla="*/ 20270 h 20270"/>
                <a:gd name="connsiteX5" fmla="*/ 9389 w 20977"/>
                <a:gd name="connsiteY5" fmla="*/ 13585 h 20270"/>
                <a:gd name="connsiteX6" fmla="*/ 11599 w 20977"/>
                <a:gd name="connsiteY6" fmla="*/ 12657 h 20270"/>
                <a:gd name="connsiteX7" fmla="*/ 0 w 20977"/>
                <a:gd name="connsiteY7" fmla="*/ 2391 h 20270"/>
                <a:gd name="connsiteX8" fmla="*/ 8537 w 20977"/>
                <a:gd name="connsiteY8" fmla="*/ 0 h 20270"/>
                <a:gd name="connsiteX0" fmla="*/ 8537 w 20977"/>
                <a:gd name="connsiteY0" fmla="*/ 0 h 20270"/>
                <a:gd name="connsiteX1" fmla="*/ 15954 w 20977"/>
                <a:gd name="connsiteY1" fmla="*/ 10677 h 20270"/>
                <a:gd name="connsiteX2" fmla="*/ 14144 w 20977"/>
                <a:gd name="connsiteY2" fmla="*/ 11547 h 20270"/>
                <a:gd name="connsiteX3" fmla="*/ 20977 w 20977"/>
                <a:gd name="connsiteY3" fmla="*/ 20270 h 20270"/>
                <a:gd name="connsiteX4" fmla="*/ 9389 w 20977"/>
                <a:gd name="connsiteY4" fmla="*/ 13585 h 20270"/>
                <a:gd name="connsiteX5" fmla="*/ 11599 w 20977"/>
                <a:gd name="connsiteY5" fmla="*/ 12657 h 20270"/>
                <a:gd name="connsiteX6" fmla="*/ 0 w 20977"/>
                <a:gd name="connsiteY6" fmla="*/ 2391 h 20270"/>
                <a:gd name="connsiteX7" fmla="*/ 8537 w 20977"/>
                <a:gd name="connsiteY7" fmla="*/ 0 h 20270"/>
                <a:gd name="connsiteX0" fmla="*/ 8537 w 20977"/>
                <a:gd name="connsiteY0" fmla="*/ 0 h 20270"/>
                <a:gd name="connsiteX1" fmla="*/ 15954 w 20977"/>
                <a:gd name="connsiteY1" fmla="*/ 10677 h 20270"/>
                <a:gd name="connsiteX2" fmla="*/ 14144 w 20977"/>
                <a:gd name="connsiteY2" fmla="*/ 11547 h 20270"/>
                <a:gd name="connsiteX3" fmla="*/ 20977 w 20977"/>
                <a:gd name="connsiteY3" fmla="*/ 20270 h 20270"/>
                <a:gd name="connsiteX4" fmla="*/ 1463 w 20977"/>
                <a:gd name="connsiteY4" fmla="*/ 10815 h 20270"/>
                <a:gd name="connsiteX5" fmla="*/ 11599 w 20977"/>
                <a:gd name="connsiteY5" fmla="*/ 12657 h 20270"/>
                <a:gd name="connsiteX6" fmla="*/ 0 w 20977"/>
                <a:gd name="connsiteY6" fmla="*/ 2391 h 20270"/>
                <a:gd name="connsiteX7" fmla="*/ 8537 w 20977"/>
                <a:gd name="connsiteY7" fmla="*/ 0 h 20270"/>
                <a:gd name="connsiteX0" fmla="*/ 8537 w 20977"/>
                <a:gd name="connsiteY0" fmla="*/ 0 h 20270"/>
                <a:gd name="connsiteX1" fmla="*/ 19366 w 20977"/>
                <a:gd name="connsiteY1" fmla="*/ 11918 h 20270"/>
                <a:gd name="connsiteX2" fmla="*/ 14144 w 20977"/>
                <a:gd name="connsiteY2" fmla="*/ 11547 h 20270"/>
                <a:gd name="connsiteX3" fmla="*/ 20977 w 20977"/>
                <a:gd name="connsiteY3" fmla="*/ 20270 h 20270"/>
                <a:gd name="connsiteX4" fmla="*/ 1463 w 20977"/>
                <a:gd name="connsiteY4" fmla="*/ 10815 h 20270"/>
                <a:gd name="connsiteX5" fmla="*/ 11599 w 20977"/>
                <a:gd name="connsiteY5" fmla="*/ 12657 h 20270"/>
                <a:gd name="connsiteX6" fmla="*/ 0 w 20977"/>
                <a:gd name="connsiteY6" fmla="*/ 2391 h 20270"/>
                <a:gd name="connsiteX7" fmla="*/ 8537 w 20977"/>
                <a:gd name="connsiteY7" fmla="*/ 0 h 20270"/>
                <a:gd name="connsiteX0" fmla="*/ 8537 w 20977"/>
                <a:gd name="connsiteY0" fmla="*/ 0 h 20270"/>
                <a:gd name="connsiteX1" fmla="*/ 19097 w 20977"/>
                <a:gd name="connsiteY1" fmla="*/ 12476 h 20270"/>
                <a:gd name="connsiteX2" fmla="*/ 14144 w 20977"/>
                <a:gd name="connsiteY2" fmla="*/ 11547 h 20270"/>
                <a:gd name="connsiteX3" fmla="*/ 20977 w 20977"/>
                <a:gd name="connsiteY3" fmla="*/ 20270 h 20270"/>
                <a:gd name="connsiteX4" fmla="*/ 1463 w 20977"/>
                <a:gd name="connsiteY4" fmla="*/ 10815 h 20270"/>
                <a:gd name="connsiteX5" fmla="*/ 11599 w 20977"/>
                <a:gd name="connsiteY5" fmla="*/ 12657 h 20270"/>
                <a:gd name="connsiteX6" fmla="*/ 0 w 20977"/>
                <a:gd name="connsiteY6" fmla="*/ 2391 h 20270"/>
                <a:gd name="connsiteX7" fmla="*/ 8537 w 20977"/>
                <a:gd name="connsiteY7" fmla="*/ 0 h 20270"/>
                <a:gd name="connsiteX0" fmla="*/ 8537 w 20977"/>
                <a:gd name="connsiteY0" fmla="*/ 0 h 20270"/>
                <a:gd name="connsiteX1" fmla="*/ 19097 w 20977"/>
                <a:gd name="connsiteY1" fmla="*/ 12476 h 20270"/>
                <a:gd name="connsiteX2" fmla="*/ 14144 w 20977"/>
                <a:gd name="connsiteY2" fmla="*/ 11547 h 20270"/>
                <a:gd name="connsiteX3" fmla="*/ 20977 w 20977"/>
                <a:gd name="connsiteY3" fmla="*/ 20270 h 20270"/>
                <a:gd name="connsiteX4" fmla="*/ 4418 w 20977"/>
                <a:gd name="connsiteY4" fmla="*/ 11033 h 20270"/>
                <a:gd name="connsiteX5" fmla="*/ 11599 w 20977"/>
                <a:gd name="connsiteY5" fmla="*/ 12657 h 20270"/>
                <a:gd name="connsiteX6" fmla="*/ 0 w 20977"/>
                <a:gd name="connsiteY6" fmla="*/ 2391 h 20270"/>
                <a:gd name="connsiteX7" fmla="*/ 8537 w 20977"/>
                <a:gd name="connsiteY7" fmla="*/ 0 h 20270"/>
                <a:gd name="connsiteX0" fmla="*/ 8537 w 20977"/>
                <a:gd name="connsiteY0" fmla="*/ 0 h 20270"/>
                <a:gd name="connsiteX1" fmla="*/ 19097 w 20977"/>
                <a:gd name="connsiteY1" fmla="*/ 12476 h 20270"/>
                <a:gd name="connsiteX2" fmla="*/ 14144 w 20977"/>
                <a:gd name="connsiteY2" fmla="*/ 11547 h 20270"/>
                <a:gd name="connsiteX3" fmla="*/ 20977 w 20977"/>
                <a:gd name="connsiteY3" fmla="*/ 20270 h 20270"/>
                <a:gd name="connsiteX4" fmla="*/ 5380 w 20977"/>
                <a:gd name="connsiteY4" fmla="*/ 10216 h 20270"/>
                <a:gd name="connsiteX5" fmla="*/ 11599 w 20977"/>
                <a:gd name="connsiteY5" fmla="*/ 12657 h 20270"/>
                <a:gd name="connsiteX6" fmla="*/ 0 w 20977"/>
                <a:gd name="connsiteY6" fmla="*/ 2391 h 20270"/>
                <a:gd name="connsiteX7" fmla="*/ 8537 w 20977"/>
                <a:gd name="connsiteY7" fmla="*/ 0 h 20270"/>
                <a:gd name="connsiteX0" fmla="*/ 8537 w 20977"/>
                <a:gd name="connsiteY0" fmla="*/ 0 h 20270"/>
                <a:gd name="connsiteX1" fmla="*/ 19097 w 20977"/>
                <a:gd name="connsiteY1" fmla="*/ 12476 h 20270"/>
                <a:gd name="connsiteX2" fmla="*/ 14144 w 20977"/>
                <a:gd name="connsiteY2" fmla="*/ 11547 h 20270"/>
                <a:gd name="connsiteX3" fmla="*/ 20977 w 20977"/>
                <a:gd name="connsiteY3" fmla="*/ 20270 h 20270"/>
                <a:gd name="connsiteX4" fmla="*/ 5233 w 20977"/>
                <a:gd name="connsiteY4" fmla="*/ 10905 h 20270"/>
                <a:gd name="connsiteX5" fmla="*/ 11599 w 20977"/>
                <a:gd name="connsiteY5" fmla="*/ 12657 h 20270"/>
                <a:gd name="connsiteX6" fmla="*/ 0 w 20977"/>
                <a:gd name="connsiteY6" fmla="*/ 2391 h 20270"/>
                <a:gd name="connsiteX7" fmla="*/ 8537 w 20977"/>
                <a:gd name="connsiteY7" fmla="*/ 0 h 20270"/>
                <a:gd name="connsiteX0" fmla="*/ 8537 w 20977"/>
                <a:gd name="connsiteY0" fmla="*/ 0 h 20270"/>
                <a:gd name="connsiteX1" fmla="*/ 19097 w 20977"/>
                <a:gd name="connsiteY1" fmla="*/ 12476 h 20270"/>
                <a:gd name="connsiteX2" fmla="*/ 14144 w 20977"/>
                <a:gd name="connsiteY2" fmla="*/ 11547 h 20270"/>
                <a:gd name="connsiteX3" fmla="*/ 20977 w 20977"/>
                <a:gd name="connsiteY3" fmla="*/ 20270 h 20270"/>
                <a:gd name="connsiteX4" fmla="*/ 5260 w 20977"/>
                <a:gd name="connsiteY4" fmla="*/ 11305 h 20270"/>
                <a:gd name="connsiteX5" fmla="*/ 11599 w 20977"/>
                <a:gd name="connsiteY5" fmla="*/ 12657 h 20270"/>
                <a:gd name="connsiteX6" fmla="*/ 0 w 20977"/>
                <a:gd name="connsiteY6" fmla="*/ 2391 h 20270"/>
                <a:gd name="connsiteX7" fmla="*/ 8537 w 20977"/>
                <a:gd name="connsiteY7" fmla="*/ 0 h 20270"/>
                <a:gd name="connsiteX0" fmla="*/ 6039 w 20977"/>
                <a:gd name="connsiteY0" fmla="*/ 0 h 19465"/>
                <a:gd name="connsiteX1" fmla="*/ 19097 w 20977"/>
                <a:gd name="connsiteY1" fmla="*/ 11671 h 19465"/>
                <a:gd name="connsiteX2" fmla="*/ 14144 w 20977"/>
                <a:gd name="connsiteY2" fmla="*/ 10742 h 19465"/>
                <a:gd name="connsiteX3" fmla="*/ 20977 w 20977"/>
                <a:gd name="connsiteY3" fmla="*/ 19465 h 19465"/>
                <a:gd name="connsiteX4" fmla="*/ 5260 w 20977"/>
                <a:gd name="connsiteY4" fmla="*/ 10500 h 19465"/>
                <a:gd name="connsiteX5" fmla="*/ 11599 w 20977"/>
                <a:gd name="connsiteY5" fmla="*/ 11852 h 19465"/>
                <a:gd name="connsiteX6" fmla="*/ 0 w 20977"/>
                <a:gd name="connsiteY6" fmla="*/ 1586 h 19465"/>
                <a:gd name="connsiteX7" fmla="*/ 6039 w 20977"/>
                <a:gd name="connsiteY7" fmla="*/ 0 h 19465"/>
                <a:gd name="connsiteX0" fmla="*/ 6039 w 20977"/>
                <a:gd name="connsiteY0" fmla="*/ 0 h 19465"/>
                <a:gd name="connsiteX1" fmla="*/ 19097 w 20977"/>
                <a:gd name="connsiteY1" fmla="*/ 11671 h 19465"/>
                <a:gd name="connsiteX2" fmla="*/ 14144 w 20977"/>
                <a:gd name="connsiteY2" fmla="*/ 10742 h 19465"/>
                <a:gd name="connsiteX3" fmla="*/ 20977 w 20977"/>
                <a:gd name="connsiteY3" fmla="*/ 19465 h 19465"/>
                <a:gd name="connsiteX4" fmla="*/ 3959 w 20977"/>
                <a:gd name="connsiteY4" fmla="*/ 7983 h 19465"/>
                <a:gd name="connsiteX5" fmla="*/ 11599 w 20977"/>
                <a:gd name="connsiteY5" fmla="*/ 11852 h 19465"/>
                <a:gd name="connsiteX6" fmla="*/ 0 w 20977"/>
                <a:gd name="connsiteY6" fmla="*/ 1586 h 19465"/>
                <a:gd name="connsiteX7" fmla="*/ 6039 w 20977"/>
                <a:gd name="connsiteY7" fmla="*/ 0 h 19465"/>
                <a:gd name="connsiteX0" fmla="*/ 6039 w 20977"/>
                <a:gd name="connsiteY0" fmla="*/ 0 h 19465"/>
                <a:gd name="connsiteX1" fmla="*/ 19097 w 20977"/>
                <a:gd name="connsiteY1" fmla="*/ 11671 h 19465"/>
                <a:gd name="connsiteX2" fmla="*/ 14144 w 20977"/>
                <a:gd name="connsiteY2" fmla="*/ 10742 h 19465"/>
                <a:gd name="connsiteX3" fmla="*/ 20977 w 20977"/>
                <a:gd name="connsiteY3" fmla="*/ 19465 h 19465"/>
                <a:gd name="connsiteX4" fmla="*/ 3959 w 20977"/>
                <a:gd name="connsiteY4" fmla="*/ 7983 h 19465"/>
                <a:gd name="connsiteX5" fmla="*/ 8317 w 20977"/>
                <a:gd name="connsiteY5" fmla="*/ 8948 h 19465"/>
                <a:gd name="connsiteX6" fmla="*/ 0 w 20977"/>
                <a:gd name="connsiteY6" fmla="*/ 1586 h 19465"/>
                <a:gd name="connsiteX7" fmla="*/ 6039 w 20977"/>
                <a:gd name="connsiteY7" fmla="*/ 0 h 19465"/>
                <a:gd name="connsiteX0" fmla="*/ 6039 w 20977"/>
                <a:gd name="connsiteY0" fmla="*/ 0 h 19465"/>
                <a:gd name="connsiteX1" fmla="*/ 19097 w 20977"/>
                <a:gd name="connsiteY1" fmla="*/ 11671 h 19465"/>
                <a:gd name="connsiteX2" fmla="*/ 11084 w 20977"/>
                <a:gd name="connsiteY2" fmla="*/ 8025 h 19465"/>
                <a:gd name="connsiteX3" fmla="*/ 20977 w 20977"/>
                <a:gd name="connsiteY3" fmla="*/ 19465 h 19465"/>
                <a:gd name="connsiteX4" fmla="*/ 3959 w 20977"/>
                <a:gd name="connsiteY4" fmla="*/ 7983 h 19465"/>
                <a:gd name="connsiteX5" fmla="*/ 8317 w 20977"/>
                <a:gd name="connsiteY5" fmla="*/ 8948 h 19465"/>
                <a:gd name="connsiteX6" fmla="*/ 0 w 20977"/>
                <a:gd name="connsiteY6" fmla="*/ 1586 h 19465"/>
                <a:gd name="connsiteX7" fmla="*/ 6039 w 20977"/>
                <a:gd name="connsiteY7" fmla="*/ 0 h 19465"/>
                <a:gd name="connsiteX0" fmla="*/ 6039 w 20977"/>
                <a:gd name="connsiteY0" fmla="*/ 0 h 19465"/>
                <a:gd name="connsiteX1" fmla="*/ 17255 w 20977"/>
                <a:gd name="connsiteY1" fmla="*/ 9049 h 19465"/>
                <a:gd name="connsiteX2" fmla="*/ 11084 w 20977"/>
                <a:gd name="connsiteY2" fmla="*/ 8025 h 19465"/>
                <a:gd name="connsiteX3" fmla="*/ 20977 w 20977"/>
                <a:gd name="connsiteY3" fmla="*/ 19465 h 19465"/>
                <a:gd name="connsiteX4" fmla="*/ 3959 w 20977"/>
                <a:gd name="connsiteY4" fmla="*/ 7983 h 19465"/>
                <a:gd name="connsiteX5" fmla="*/ 8317 w 20977"/>
                <a:gd name="connsiteY5" fmla="*/ 8948 h 19465"/>
                <a:gd name="connsiteX6" fmla="*/ 0 w 20977"/>
                <a:gd name="connsiteY6" fmla="*/ 1586 h 19465"/>
                <a:gd name="connsiteX7" fmla="*/ 6039 w 20977"/>
                <a:gd name="connsiteY7" fmla="*/ 0 h 19465"/>
                <a:gd name="connsiteX0" fmla="*/ 6039 w 18793"/>
                <a:gd name="connsiteY0" fmla="*/ 0 h 17745"/>
                <a:gd name="connsiteX1" fmla="*/ 17255 w 18793"/>
                <a:gd name="connsiteY1" fmla="*/ 9049 h 17745"/>
                <a:gd name="connsiteX2" fmla="*/ 11084 w 18793"/>
                <a:gd name="connsiteY2" fmla="*/ 8025 h 17745"/>
                <a:gd name="connsiteX3" fmla="*/ 18793 w 18793"/>
                <a:gd name="connsiteY3" fmla="*/ 17745 h 17745"/>
                <a:gd name="connsiteX4" fmla="*/ 3959 w 18793"/>
                <a:gd name="connsiteY4" fmla="*/ 7983 h 17745"/>
                <a:gd name="connsiteX5" fmla="*/ 8317 w 18793"/>
                <a:gd name="connsiteY5" fmla="*/ 8948 h 17745"/>
                <a:gd name="connsiteX6" fmla="*/ 0 w 18793"/>
                <a:gd name="connsiteY6" fmla="*/ 1586 h 17745"/>
                <a:gd name="connsiteX7" fmla="*/ 6039 w 18793"/>
                <a:gd name="connsiteY7" fmla="*/ 0 h 17745"/>
                <a:gd name="connsiteX0" fmla="*/ 6039 w 18793"/>
                <a:gd name="connsiteY0" fmla="*/ 0 h 17745"/>
                <a:gd name="connsiteX1" fmla="*/ 17255 w 18793"/>
                <a:gd name="connsiteY1" fmla="*/ 9049 h 17745"/>
                <a:gd name="connsiteX2" fmla="*/ 11084 w 18793"/>
                <a:gd name="connsiteY2" fmla="*/ 8025 h 17745"/>
                <a:gd name="connsiteX3" fmla="*/ 18793 w 18793"/>
                <a:gd name="connsiteY3" fmla="*/ 17745 h 17745"/>
                <a:gd name="connsiteX4" fmla="*/ 4244 w 18793"/>
                <a:gd name="connsiteY4" fmla="*/ 7177 h 17745"/>
                <a:gd name="connsiteX5" fmla="*/ 8317 w 18793"/>
                <a:gd name="connsiteY5" fmla="*/ 8948 h 17745"/>
                <a:gd name="connsiteX6" fmla="*/ 0 w 18793"/>
                <a:gd name="connsiteY6" fmla="*/ 1586 h 17745"/>
                <a:gd name="connsiteX7" fmla="*/ 6039 w 18793"/>
                <a:gd name="connsiteY7" fmla="*/ 0 h 17745"/>
                <a:gd name="connsiteX0" fmla="*/ 6039 w 18793"/>
                <a:gd name="connsiteY0" fmla="*/ 0 h 17745"/>
                <a:gd name="connsiteX1" fmla="*/ 16457 w 18793"/>
                <a:gd name="connsiteY1" fmla="*/ 10150 h 17745"/>
                <a:gd name="connsiteX2" fmla="*/ 11084 w 18793"/>
                <a:gd name="connsiteY2" fmla="*/ 8025 h 17745"/>
                <a:gd name="connsiteX3" fmla="*/ 18793 w 18793"/>
                <a:gd name="connsiteY3" fmla="*/ 17745 h 17745"/>
                <a:gd name="connsiteX4" fmla="*/ 4244 w 18793"/>
                <a:gd name="connsiteY4" fmla="*/ 7177 h 17745"/>
                <a:gd name="connsiteX5" fmla="*/ 8317 w 18793"/>
                <a:gd name="connsiteY5" fmla="*/ 8948 h 17745"/>
                <a:gd name="connsiteX6" fmla="*/ 0 w 18793"/>
                <a:gd name="connsiteY6" fmla="*/ 1586 h 17745"/>
                <a:gd name="connsiteX7" fmla="*/ 6039 w 18793"/>
                <a:gd name="connsiteY7" fmla="*/ 0 h 177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8793" h="17745">
                  <a:moveTo>
                    <a:pt x="6039" y="0"/>
                  </a:moveTo>
                  <a:lnTo>
                    <a:pt x="16457" y="10150"/>
                  </a:lnTo>
                  <a:lnTo>
                    <a:pt x="11084" y="8025"/>
                  </a:lnTo>
                  <a:lnTo>
                    <a:pt x="18793" y="17745"/>
                  </a:lnTo>
                  <a:lnTo>
                    <a:pt x="4244" y="7177"/>
                  </a:lnTo>
                  <a:lnTo>
                    <a:pt x="8317" y="8948"/>
                  </a:lnTo>
                  <a:lnTo>
                    <a:pt x="0" y="1586"/>
                  </a:lnTo>
                  <a:lnTo>
                    <a:pt x="6039" y="0"/>
                  </a:lnTo>
                  <a:close/>
                </a:path>
              </a:pathLst>
            </a:custGeom>
            <a:solidFill>
              <a:srgbClr val="C00000"/>
            </a:solidFill>
            <a:ln w="149225">
              <a:gradFill flip="none" rotWithShape="1">
                <a:gsLst>
                  <a:gs pos="0">
                    <a:schemeClr val="accent1">
                      <a:lumMod val="5000"/>
                      <a:lumOff val="95000"/>
                      <a:alpha val="0"/>
                    </a:schemeClr>
                  </a:gs>
                  <a:gs pos="42000">
                    <a:schemeClr val="accent4">
                      <a:alpha val="12034"/>
                    </a:schemeClr>
                  </a:gs>
                  <a:gs pos="83000">
                    <a:schemeClr val="accent4"/>
                  </a:gs>
                  <a:gs pos="99000">
                    <a:schemeClr val="accent4">
                      <a:lumMod val="83434"/>
                    </a:schemeClr>
                  </a:gs>
                </a:gsLst>
                <a:lin ang="19800000" scaled="0"/>
                <a:tileRect/>
              </a:gra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2" name="Hexagon 21">
              <a:extLst>
                <a:ext uri="{FF2B5EF4-FFF2-40B4-BE49-F238E27FC236}">
                  <a16:creationId xmlns:a16="http://schemas.microsoft.com/office/drawing/2014/main" id="{85CF1C66-D503-8018-2CDB-FB048F7AF67D}"/>
                </a:ext>
              </a:extLst>
            </p:cNvPr>
            <p:cNvSpPr>
              <a:spLocks/>
            </p:cNvSpPr>
            <p:nvPr/>
          </p:nvSpPr>
          <p:spPr>
            <a:xfrm>
              <a:off x="2888974" y="1299600"/>
              <a:ext cx="4797287" cy="4174435"/>
            </a:xfrm>
            <a:prstGeom prst="hexagon">
              <a:avLst/>
            </a:prstGeom>
            <a:noFill/>
            <a:ln w="2032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" name="Group 1">
            <a:extLst>
              <a:ext uri="{FF2B5EF4-FFF2-40B4-BE49-F238E27FC236}">
                <a16:creationId xmlns:a16="http://schemas.microsoft.com/office/drawing/2014/main" id="{D9C0EFBA-CD6E-319C-C38C-D6F7C701EC77}"/>
              </a:ext>
            </a:extLst>
          </p:cNvPr>
          <p:cNvGrpSpPr/>
          <p:nvPr/>
        </p:nvGrpSpPr>
        <p:grpSpPr>
          <a:xfrm>
            <a:off x="6349167" y="1178792"/>
            <a:ext cx="4797287" cy="4175322"/>
            <a:chOff x="2888974" y="1298713"/>
            <a:chExt cx="4797287" cy="4175322"/>
          </a:xfrm>
        </p:grpSpPr>
        <p:sp>
          <p:nvSpPr>
            <p:cNvPr id="3" name="Hexagon 2">
              <a:extLst>
                <a:ext uri="{FF2B5EF4-FFF2-40B4-BE49-F238E27FC236}">
                  <a16:creationId xmlns:a16="http://schemas.microsoft.com/office/drawing/2014/main" id="{25B6C5A2-629D-3D92-4298-94DFA7729619}"/>
                </a:ext>
              </a:extLst>
            </p:cNvPr>
            <p:cNvSpPr>
              <a:spLocks/>
            </p:cNvSpPr>
            <p:nvPr/>
          </p:nvSpPr>
          <p:spPr>
            <a:xfrm>
              <a:off x="2888974" y="1298713"/>
              <a:ext cx="4797287" cy="4174435"/>
            </a:xfrm>
            <a:prstGeom prst="hexagon">
              <a:avLst/>
            </a:prstGeom>
            <a:solidFill>
              <a:srgbClr val="FFC000"/>
            </a:solidFill>
            <a:ln w="2032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0938F548-6960-CAB9-CA7B-190BA4DE550D}"/>
                </a:ext>
              </a:extLst>
            </p:cNvPr>
            <p:cNvGrpSpPr/>
            <p:nvPr/>
          </p:nvGrpSpPr>
          <p:grpSpPr>
            <a:xfrm>
              <a:off x="3350569" y="2532248"/>
              <a:ext cx="3891743" cy="1819312"/>
              <a:chOff x="3350569" y="2532248"/>
              <a:chExt cx="3891743" cy="1819312"/>
            </a:xfrm>
          </p:grpSpPr>
          <p:sp>
            <p:nvSpPr>
              <p:cNvPr id="10" name="Freeform 9">
                <a:extLst>
                  <a:ext uri="{FF2B5EF4-FFF2-40B4-BE49-F238E27FC236}">
                    <a16:creationId xmlns:a16="http://schemas.microsoft.com/office/drawing/2014/main" id="{52AEEF76-BCF3-01C8-79FE-720B6DEA6EA1}"/>
                  </a:ext>
                </a:extLst>
              </p:cNvPr>
              <p:cNvSpPr/>
              <p:nvPr/>
            </p:nvSpPr>
            <p:spPr>
              <a:xfrm>
                <a:off x="3350569" y="2532248"/>
                <a:ext cx="1949562" cy="1819312"/>
              </a:xfrm>
              <a:custGeom>
                <a:avLst/>
                <a:gdLst>
                  <a:gd name="connsiteX0" fmla="*/ 0 w 5009321"/>
                  <a:gd name="connsiteY0" fmla="*/ 312756 h 1821094"/>
                  <a:gd name="connsiteX1" fmla="*/ 1364974 w 5009321"/>
                  <a:gd name="connsiteY1" fmla="*/ 273000 h 1821094"/>
                  <a:gd name="connsiteX2" fmla="*/ 1630017 w 5009321"/>
                  <a:gd name="connsiteY2" fmla="*/ 1571713 h 1821094"/>
                  <a:gd name="connsiteX3" fmla="*/ 2372139 w 5009321"/>
                  <a:gd name="connsiteY3" fmla="*/ 1717487 h 1821094"/>
                  <a:gd name="connsiteX4" fmla="*/ 2849217 w 5009321"/>
                  <a:gd name="connsiteY4" fmla="*/ 1690982 h 1821094"/>
                  <a:gd name="connsiteX5" fmla="*/ 3114261 w 5009321"/>
                  <a:gd name="connsiteY5" fmla="*/ 127226 h 1821094"/>
                  <a:gd name="connsiteX6" fmla="*/ 4691269 w 5009321"/>
                  <a:gd name="connsiteY6" fmla="*/ 87469 h 1821094"/>
                  <a:gd name="connsiteX7" fmla="*/ 5009321 w 5009321"/>
                  <a:gd name="connsiteY7" fmla="*/ 60965 h 1821094"/>
                  <a:gd name="connsiteX0" fmla="*/ 0 w 5261112"/>
                  <a:gd name="connsiteY0" fmla="*/ 100721 h 1821094"/>
                  <a:gd name="connsiteX1" fmla="*/ 1616765 w 5261112"/>
                  <a:gd name="connsiteY1" fmla="*/ 273000 h 1821094"/>
                  <a:gd name="connsiteX2" fmla="*/ 1881808 w 5261112"/>
                  <a:gd name="connsiteY2" fmla="*/ 1571713 h 1821094"/>
                  <a:gd name="connsiteX3" fmla="*/ 2623930 w 5261112"/>
                  <a:gd name="connsiteY3" fmla="*/ 1717487 h 1821094"/>
                  <a:gd name="connsiteX4" fmla="*/ 3101008 w 5261112"/>
                  <a:gd name="connsiteY4" fmla="*/ 1690982 h 1821094"/>
                  <a:gd name="connsiteX5" fmla="*/ 3366052 w 5261112"/>
                  <a:gd name="connsiteY5" fmla="*/ 127226 h 1821094"/>
                  <a:gd name="connsiteX6" fmla="*/ 4943060 w 5261112"/>
                  <a:gd name="connsiteY6" fmla="*/ 87469 h 1821094"/>
                  <a:gd name="connsiteX7" fmla="*/ 5261112 w 5261112"/>
                  <a:gd name="connsiteY7" fmla="*/ 60965 h 1821094"/>
                  <a:gd name="connsiteX0" fmla="*/ 0 w 5261112"/>
                  <a:gd name="connsiteY0" fmla="*/ 100721 h 1821094"/>
                  <a:gd name="connsiteX1" fmla="*/ 1616765 w 5261112"/>
                  <a:gd name="connsiteY1" fmla="*/ 273000 h 1821094"/>
                  <a:gd name="connsiteX2" fmla="*/ 1881808 w 5261112"/>
                  <a:gd name="connsiteY2" fmla="*/ 1571713 h 1821094"/>
                  <a:gd name="connsiteX3" fmla="*/ 2623930 w 5261112"/>
                  <a:gd name="connsiteY3" fmla="*/ 1717487 h 1821094"/>
                  <a:gd name="connsiteX4" fmla="*/ 3101008 w 5261112"/>
                  <a:gd name="connsiteY4" fmla="*/ 1690982 h 1821094"/>
                  <a:gd name="connsiteX5" fmla="*/ 3366052 w 5261112"/>
                  <a:gd name="connsiteY5" fmla="*/ 127226 h 1821094"/>
                  <a:gd name="connsiteX6" fmla="*/ 4943060 w 5261112"/>
                  <a:gd name="connsiteY6" fmla="*/ 87469 h 1821094"/>
                  <a:gd name="connsiteX7" fmla="*/ 5261112 w 5261112"/>
                  <a:gd name="connsiteY7" fmla="*/ 60965 h 1821094"/>
                  <a:gd name="connsiteX0" fmla="*/ 0 w 5261112"/>
                  <a:gd name="connsiteY0" fmla="*/ 100721 h 1821094"/>
                  <a:gd name="connsiteX1" fmla="*/ 1616765 w 5261112"/>
                  <a:gd name="connsiteY1" fmla="*/ 273000 h 1821094"/>
                  <a:gd name="connsiteX2" fmla="*/ 1881808 w 5261112"/>
                  <a:gd name="connsiteY2" fmla="*/ 1571713 h 1821094"/>
                  <a:gd name="connsiteX3" fmla="*/ 2623930 w 5261112"/>
                  <a:gd name="connsiteY3" fmla="*/ 1717487 h 1821094"/>
                  <a:gd name="connsiteX4" fmla="*/ 3101008 w 5261112"/>
                  <a:gd name="connsiteY4" fmla="*/ 1690982 h 1821094"/>
                  <a:gd name="connsiteX5" fmla="*/ 3366052 w 5261112"/>
                  <a:gd name="connsiteY5" fmla="*/ 127226 h 1821094"/>
                  <a:gd name="connsiteX6" fmla="*/ 4943060 w 5261112"/>
                  <a:gd name="connsiteY6" fmla="*/ 87469 h 1821094"/>
                  <a:gd name="connsiteX7" fmla="*/ 5261112 w 5261112"/>
                  <a:gd name="connsiteY7" fmla="*/ 60965 h 1821094"/>
                  <a:gd name="connsiteX0" fmla="*/ 0 w 5261112"/>
                  <a:gd name="connsiteY0" fmla="*/ 100721 h 1821094"/>
                  <a:gd name="connsiteX1" fmla="*/ 1616765 w 5261112"/>
                  <a:gd name="connsiteY1" fmla="*/ 127227 h 1821094"/>
                  <a:gd name="connsiteX2" fmla="*/ 1881808 w 5261112"/>
                  <a:gd name="connsiteY2" fmla="*/ 1571713 h 1821094"/>
                  <a:gd name="connsiteX3" fmla="*/ 2623930 w 5261112"/>
                  <a:gd name="connsiteY3" fmla="*/ 1717487 h 1821094"/>
                  <a:gd name="connsiteX4" fmla="*/ 3101008 w 5261112"/>
                  <a:gd name="connsiteY4" fmla="*/ 1690982 h 1821094"/>
                  <a:gd name="connsiteX5" fmla="*/ 3366052 w 5261112"/>
                  <a:gd name="connsiteY5" fmla="*/ 127226 h 1821094"/>
                  <a:gd name="connsiteX6" fmla="*/ 4943060 w 5261112"/>
                  <a:gd name="connsiteY6" fmla="*/ 87469 h 1821094"/>
                  <a:gd name="connsiteX7" fmla="*/ 5261112 w 5261112"/>
                  <a:gd name="connsiteY7" fmla="*/ 60965 h 1821094"/>
                  <a:gd name="connsiteX0" fmla="*/ 0 w 5261112"/>
                  <a:gd name="connsiteY0" fmla="*/ 100721 h 1821094"/>
                  <a:gd name="connsiteX1" fmla="*/ 1616765 w 5261112"/>
                  <a:gd name="connsiteY1" fmla="*/ 127227 h 1821094"/>
                  <a:gd name="connsiteX2" fmla="*/ 1881808 w 5261112"/>
                  <a:gd name="connsiteY2" fmla="*/ 1571713 h 1821094"/>
                  <a:gd name="connsiteX3" fmla="*/ 2623930 w 5261112"/>
                  <a:gd name="connsiteY3" fmla="*/ 1717487 h 1821094"/>
                  <a:gd name="connsiteX4" fmla="*/ 3101008 w 5261112"/>
                  <a:gd name="connsiteY4" fmla="*/ 1690982 h 1821094"/>
                  <a:gd name="connsiteX5" fmla="*/ 3366052 w 5261112"/>
                  <a:gd name="connsiteY5" fmla="*/ 127226 h 1821094"/>
                  <a:gd name="connsiteX6" fmla="*/ 4943060 w 5261112"/>
                  <a:gd name="connsiteY6" fmla="*/ 87469 h 1821094"/>
                  <a:gd name="connsiteX7" fmla="*/ 5261112 w 5261112"/>
                  <a:gd name="connsiteY7" fmla="*/ 60965 h 1821094"/>
                  <a:gd name="connsiteX0" fmla="*/ 0 w 5261112"/>
                  <a:gd name="connsiteY0" fmla="*/ 109720 h 1830093"/>
                  <a:gd name="connsiteX1" fmla="*/ 1616765 w 5261112"/>
                  <a:gd name="connsiteY1" fmla="*/ 136226 h 1830093"/>
                  <a:gd name="connsiteX2" fmla="*/ 1881808 w 5261112"/>
                  <a:gd name="connsiteY2" fmla="*/ 1580712 h 1830093"/>
                  <a:gd name="connsiteX3" fmla="*/ 2623930 w 5261112"/>
                  <a:gd name="connsiteY3" fmla="*/ 1726486 h 1830093"/>
                  <a:gd name="connsiteX4" fmla="*/ 3101008 w 5261112"/>
                  <a:gd name="connsiteY4" fmla="*/ 1699981 h 1830093"/>
                  <a:gd name="connsiteX5" fmla="*/ 3366052 w 5261112"/>
                  <a:gd name="connsiteY5" fmla="*/ 136225 h 1830093"/>
                  <a:gd name="connsiteX6" fmla="*/ 4943060 w 5261112"/>
                  <a:gd name="connsiteY6" fmla="*/ 96468 h 1830093"/>
                  <a:gd name="connsiteX7" fmla="*/ 5261112 w 5261112"/>
                  <a:gd name="connsiteY7" fmla="*/ 69964 h 1830093"/>
                  <a:gd name="connsiteX0" fmla="*/ 0 w 5261112"/>
                  <a:gd name="connsiteY0" fmla="*/ 100722 h 1821095"/>
                  <a:gd name="connsiteX1" fmla="*/ 1616765 w 5261112"/>
                  <a:gd name="connsiteY1" fmla="*/ 127228 h 1821095"/>
                  <a:gd name="connsiteX2" fmla="*/ 1881808 w 5261112"/>
                  <a:gd name="connsiteY2" fmla="*/ 1571714 h 1821095"/>
                  <a:gd name="connsiteX3" fmla="*/ 2623930 w 5261112"/>
                  <a:gd name="connsiteY3" fmla="*/ 1717488 h 1821095"/>
                  <a:gd name="connsiteX4" fmla="*/ 3101008 w 5261112"/>
                  <a:gd name="connsiteY4" fmla="*/ 1690983 h 1821095"/>
                  <a:gd name="connsiteX5" fmla="*/ 3366052 w 5261112"/>
                  <a:gd name="connsiteY5" fmla="*/ 127227 h 1821095"/>
                  <a:gd name="connsiteX6" fmla="*/ 4943060 w 5261112"/>
                  <a:gd name="connsiteY6" fmla="*/ 87470 h 1821095"/>
                  <a:gd name="connsiteX7" fmla="*/ 5261112 w 5261112"/>
                  <a:gd name="connsiteY7" fmla="*/ 60966 h 1821095"/>
                  <a:gd name="connsiteX0" fmla="*/ 0 w 5261112"/>
                  <a:gd name="connsiteY0" fmla="*/ 100722 h 1821095"/>
                  <a:gd name="connsiteX1" fmla="*/ 1616765 w 5261112"/>
                  <a:gd name="connsiteY1" fmla="*/ 127228 h 1821095"/>
                  <a:gd name="connsiteX2" fmla="*/ 1881808 w 5261112"/>
                  <a:gd name="connsiteY2" fmla="*/ 1571714 h 1821095"/>
                  <a:gd name="connsiteX3" fmla="*/ 2623930 w 5261112"/>
                  <a:gd name="connsiteY3" fmla="*/ 1717488 h 1821095"/>
                  <a:gd name="connsiteX4" fmla="*/ 3101008 w 5261112"/>
                  <a:gd name="connsiteY4" fmla="*/ 1690983 h 1821095"/>
                  <a:gd name="connsiteX5" fmla="*/ 3366052 w 5261112"/>
                  <a:gd name="connsiteY5" fmla="*/ 127227 h 1821095"/>
                  <a:gd name="connsiteX6" fmla="*/ 4943060 w 5261112"/>
                  <a:gd name="connsiteY6" fmla="*/ 87470 h 1821095"/>
                  <a:gd name="connsiteX7" fmla="*/ 5261112 w 5261112"/>
                  <a:gd name="connsiteY7" fmla="*/ 60966 h 1821095"/>
                  <a:gd name="connsiteX0" fmla="*/ 0 w 5261112"/>
                  <a:gd name="connsiteY0" fmla="*/ 98115 h 1744263"/>
                  <a:gd name="connsiteX1" fmla="*/ 1616765 w 5261112"/>
                  <a:gd name="connsiteY1" fmla="*/ 124621 h 1744263"/>
                  <a:gd name="connsiteX2" fmla="*/ 1881808 w 5261112"/>
                  <a:gd name="connsiteY2" fmla="*/ 1569107 h 1744263"/>
                  <a:gd name="connsiteX3" fmla="*/ 2623930 w 5261112"/>
                  <a:gd name="connsiteY3" fmla="*/ 1714881 h 1744263"/>
                  <a:gd name="connsiteX4" fmla="*/ 3101008 w 5261112"/>
                  <a:gd name="connsiteY4" fmla="*/ 1529350 h 1744263"/>
                  <a:gd name="connsiteX5" fmla="*/ 3366052 w 5261112"/>
                  <a:gd name="connsiteY5" fmla="*/ 124620 h 1744263"/>
                  <a:gd name="connsiteX6" fmla="*/ 4943060 w 5261112"/>
                  <a:gd name="connsiteY6" fmla="*/ 84863 h 1744263"/>
                  <a:gd name="connsiteX7" fmla="*/ 5261112 w 5261112"/>
                  <a:gd name="connsiteY7" fmla="*/ 58359 h 1744263"/>
                  <a:gd name="connsiteX0" fmla="*/ 0 w 5261112"/>
                  <a:gd name="connsiteY0" fmla="*/ 98115 h 1739047"/>
                  <a:gd name="connsiteX1" fmla="*/ 1616765 w 5261112"/>
                  <a:gd name="connsiteY1" fmla="*/ 124621 h 1739047"/>
                  <a:gd name="connsiteX2" fmla="*/ 1881808 w 5261112"/>
                  <a:gd name="connsiteY2" fmla="*/ 1569107 h 1739047"/>
                  <a:gd name="connsiteX3" fmla="*/ 2623930 w 5261112"/>
                  <a:gd name="connsiteY3" fmla="*/ 1714881 h 1739047"/>
                  <a:gd name="connsiteX4" fmla="*/ 3101008 w 5261112"/>
                  <a:gd name="connsiteY4" fmla="*/ 1529350 h 1739047"/>
                  <a:gd name="connsiteX5" fmla="*/ 3366052 w 5261112"/>
                  <a:gd name="connsiteY5" fmla="*/ 124620 h 1739047"/>
                  <a:gd name="connsiteX6" fmla="*/ 4943060 w 5261112"/>
                  <a:gd name="connsiteY6" fmla="*/ 84863 h 1739047"/>
                  <a:gd name="connsiteX7" fmla="*/ 5261112 w 5261112"/>
                  <a:gd name="connsiteY7" fmla="*/ 58359 h 1739047"/>
                  <a:gd name="connsiteX0" fmla="*/ 0 w 5261112"/>
                  <a:gd name="connsiteY0" fmla="*/ 98115 h 1744263"/>
                  <a:gd name="connsiteX1" fmla="*/ 1616765 w 5261112"/>
                  <a:gd name="connsiteY1" fmla="*/ 124621 h 1744263"/>
                  <a:gd name="connsiteX2" fmla="*/ 1881808 w 5261112"/>
                  <a:gd name="connsiteY2" fmla="*/ 1569107 h 1744263"/>
                  <a:gd name="connsiteX3" fmla="*/ 2623930 w 5261112"/>
                  <a:gd name="connsiteY3" fmla="*/ 1714881 h 1744263"/>
                  <a:gd name="connsiteX4" fmla="*/ 3101008 w 5261112"/>
                  <a:gd name="connsiteY4" fmla="*/ 1529350 h 1744263"/>
                  <a:gd name="connsiteX5" fmla="*/ 3366052 w 5261112"/>
                  <a:gd name="connsiteY5" fmla="*/ 124620 h 1744263"/>
                  <a:gd name="connsiteX6" fmla="*/ 4943060 w 5261112"/>
                  <a:gd name="connsiteY6" fmla="*/ 84863 h 1744263"/>
                  <a:gd name="connsiteX7" fmla="*/ 5261112 w 5261112"/>
                  <a:gd name="connsiteY7" fmla="*/ 58359 h 1744263"/>
                  <a:gd name="connsiteX0" fmla="*/ 0 w 5261112"/>
                  <a:gd name="connsiteY0" fmla="*/ 98115 h 1743386"/>
                  <a:gd name="connsiteX1" fmla="*/ 1616765 w 5261112"/>
                  <a:gd name="connsiteY1" fmla="*/ 124621 h 1743386"/>
                  <a:gd name="connsiteX2" fmla="*/ 1881808 w 5261112"/>
                  <a:gd name="connsiteY2" fmla="*/ 1569107 h 1743386"/>
                  <a:gd name="connsiteX3" fmla="*/ 2623930 w 5261112"/>
                  <a:gd name="connsiteY3" fmla="*/ 1714881 h 1743386"/>
                  <a:gd name="connsiteX4" fmla="*/ 3193773 w 5261112"/>
                  <a:gd name="connsiteY4" fmla="*/ 1542602 h 1743386"/>
                  <a:gd name="connsiteX5" fmla="*/ 3366052 w 5261112"/>
                  <a:gd name="connsiteY5" fmla="*/ 124620 h 1743386"/>
                  <a:gd name="connsiteX6" fmla="*/ 4943060 w 5261112"/>
                  <a:gd name="connsiteY6" fmla="*/ 84863 h 1743386"/>
                  <a:gd name="connsiteX7" fmla="*/ 5261112 w 5261112"/>
                  <a:gd name="connsiteY7" fmla="*/ 58359 h 1743386"/>
                  <a:gd name="connsiteX0" fmla="*/ 0 w 5261112"/>
                  <a:gd name="connsiteY0" fmla="*/ 98115 h 1735222"/>
                  <a:gd name="connsiteX1" fmla="*/ 1616765 w 5261112"/>
                  <a:gd name="connsiteY1" fmla="*/ 124621 h 1735222"/>
                  <a:gd name="connsiteX2" fmla="*/ 1881808 w 5261112"/>
                  <a:gd name="connsiteY2" fmla="*/ 1569107 h 1735222"/>
                  <a:gd name="connsiteX3" fmla="*/ 3193773 w 5261112"/>
                  <a:gd name="connsiteY3" fmla="*/ 1542602 h 1735222"/>
                  <a:gd name="connsiteX4" fmla="*/ 3366052 w 5261112"/>
                  <a:gd name="connsiteY4" fmla="*/ 124620 h 1735222"/>
                  <a:gd name="connsiteX5" fmla="*/ 4943060 w 5261112"/>
                  <a:gd name="connsiteY5" fmla="*/ 84863 h 1735222"/>
                  <a:gd name="connsiteX6" fmla="*/ 5261112 w 5261112"/>
                  <a:gd name="connsiteY6" fmla="*/ 58359 h 1735222"/>
                  <a:gd name="connsiteX0" fmla="*/ 0 w 5261112"/>
                  <a:gd name="connsiteY0" fmla="*/ 98115 h 1734438"/>
                  <a:gd name="connsiteX1" fmla="*/ 1616765 w 5261112"/>
                  <a:gd name="connsiteY1" fmla="*/ 124621 h 1734438"/>
                  <a:gd name="connsiteX2" fmla="*/ 1881808 w 5261112"/>
                  <a:gd name="connsiteY2" fmla="*/ 1569107 h 1734438"/>
                  <a:gd name="connsiteX3" fmla="*/ 3193773 w 5261112"/>
                  <a:gd name="connsiteY3" fmla="*/ 1542602 h 1734438"/>
                  <a:gd name="connsiteX4" fmla="*/ 3485322 w 5261112"/>
                  <a:gd name="connsiteY4" fmla="*/ 137873 h 1734438"/>
                  <a:gd name="connsiteX5" fmla="*/ 4943060 w 5261112"/>
                  <a:gd name="connsiteY5" fmla="*/ 84863 h 1734438"/>
                  <a:gd name="connsiteX6" fmla="*/ 5261112 w 5261112"/>
                  <a:gd name="connsiteY6" fmla="*/ 58359 h 1734438"/>
                  <a:gd name="connsiteX0" fmla="*/ 0 w 5261112"/>
                  <a:gd name="connsiteY0" fmla="*/ 98115 h 1734438"/>
                  <a:gd name="connsiteX1" fmla="*/ 1616765 w 5261112"/>
                  <a:gd name="connsiteY1" fmla="*/ 124621 h 1734438"/>
                  <a:gd name="connsiteX2" fmla="*/ 1881808 w 5261112"/>
                  <a:gd name="connsiteY2" fmla="*/ 1569107 h 1734438"/>
                  <a:gd name="connsiteX3" fmla="*/ 3193773 w 5261112"/>
                  <a:gd name="connsiteY3" fmla="*/ 1542602 h 1734438"/>
                  <a:gd name="connsiteX4" fmla="*/ 3485322 w 5261112"/>
                  <a:gd name="connsiteY4" fmla="*/ 137873 h 1734438"/>
                  <a:gd name="connsiteX5" fmla="*/ 5261112 w 5261112"/>
                  <a:gd name="connsiteY5" fmla="*/ 58359 h 1734438"/>
                  <a:gd name="connsiteX0" fmla="*/ 0 w 5035825"/>
                  <a:gd name="connsiteY0" fmla="*/ 98115 h 1734438"/>
                  <a:gd name="connsiteX1" fmla="*/ 1616765 w 5035825"/>
                  <a:gd name="connsiteY1" fmla="*/ 124621 h 1734438"/>
                  <a:gd name="connsiteX2" fmla="*/ 1881808 w 5035825"/>
                  <a:gd name="connsiteY2" fmla="*/ 1569107 h 1734438"/>
                  <a:gd name="connsiteX3" fmla="*/ 3193773 w 5035825"/>
                  <a:gd name="connsiteY3" fmla="*/ 1542602 h 1734438"/>
                  <a:gd name="connsiteX4" fmla="*/ 3485322 w 5035825"/>
                  <a:gd name="connsiteY4" fmla="*/ 137873 h 1734438"/>
                  <a:gd name="connsiteX5" fmla="*/ 5035825 w 5035825"/>
                  <a:gd name="connsiteY5" fmla="*/ 58359 h 1734438"/>
                  <a:gd name="connsiteX0" fmla="*/ 0 w 4386468"/>
                  <a:gd name="connsiteY0" fmla="*/ 39649 h 1795241"/>
                  <a:gd name="connsiteX1" fmla="*/ 967408 w 4386468"/>
                  <a:gd name="connsiteY1" fmla="*/ 185424 h 1795241"/>
                  <a:gd name="connsiteX2" fmla="*/ 1232451 w 4386468"/>
                  <a:gd name="connsiteY2" fmla="*/ 1629910 h 1795241"/>
                  <a:gd name="connsiteX3" fmla="*/ 2544416 w 4386468"/>
                  <a:gd name="connsiteY3" fmla="*/ 1603405 h 1795241"/>
                  <a:gd name="connsiteX4" fmla="*/ 2835965 w 4386468"/>
                  <a:gd name="connsiteY4" fmla="*/ 198676 h 1795241"/>
                  <a:gd name="connsiteX5" fmla="*/ 4386468 w 4386468"/>
                  <a:gd name="connsiteY5" fmla="*/ 119162 h 1795241"/>
                  <a:gd name="connsiteX0" fmla="*/ 0 w 4386468"/>
                  <a:gd name="connsiteY0" fmla="*/ 23737 h 1779329"/>
                  <a:gd name="connsiteX1" fmla="*/ 967408 w 4386468"/>
                  <a:gd name="connsiteY1" fmla="*/ 169512 h 1779329"/>
                  <a:gd name="connsiteX2" fmla="*/ 1232451 w 4386468"/>
                  <a:gd name="connsiteY2" fmla="*/ 1613998 h 1779329"/>
                  <a:gd name="connsiteX3" fmla="*/ 2544416 w 4386468"/>
                  <a:gd name="connsiteY3" fmla="*/ 1587493 h 1779329"/>
                  <a:gd name="connsiteX4" fmla="*/ 2835965 w 4386468"/>
                  <a:gd name="connsiteY4" fmla="*/ 182764 h 1779329"/>
                  <a:gd name="connsiteX5" fmla="*/ 4386468 w 4386468"/>
                  <a:gd name="connsiteY5" fmla="*/ 103250 h 1779329"/>
                  <a:gd name="connsiteX0" fmla="*/ 0 w 3684102"/>
                  <a:gd name="connsiteY0" fmla="*/ 23737 h 1779329"/>
                  <a:gd name="connsiteX1" fmla="*/ 967408 w 3684102"/>
                  <a:gd name="connsiteY1" fmla="*/ 169512 h 1779329"/>
                  <a:gd name="connsiteX2" fmla="*/ 1232451 w 3684102"/>
                  <a:gd name="connsiteY2" fmla="*/ 1613998 h 1779329"/>
                  <a:gd name="connsiteX3" fmla="*/ 2544416 w 3684102"/>
                  <a:gd name="connsiteY3" fmla="*/ 1587493 h 1779329"/>
                  <a:gd name="connsiteX4" fmla="*/ 2835965 w 3684102"/>
                  <a:gd name="connsiteY4" fmla="*/ 182764 h 1779329"/>
                  <a:gd name="connsiteX5" fmla="*/ 3684102 w 3684102"/>
                  <a:gd name="connsiteY5" fmla="*/ 50241 h 1779329"/>
                  <a:gd name="connsiteX0" fmla="*/ 0 w 3790120"/>
                  <a:gd name="connsiteY0" fmla="*/ 23737 h 1779329"/>
                  <a:gd name="connsiteX1" fmla="*/ 967408 w 3790120"/>
                  <a:gd name="connsiteY1" fmla="*/ 169512 h 1779329"/>
                  <a:gd name="connsiteX2" fmla="*/ 1232451 w 3790120"/>
                  <a:gd name="connsiteY2" fmla="*/ 1613998 h 1779329"/>
                  <a:gd name="connsiteX3" fmla="*/ 2544416 w 3790120"/>
                  <a:gd name="connsiteY3" fmla="*/ 1587493 h 1779329"/>
                  <a:gd name="connsiteX4" fmla="*/ 2835965 w 3790120"/>
                  <a:gd name="connsiteY4" fmla="*/ 182764 h 1779329"/>
                  <a:gd name="connsiteX5" fmla="*/ 3790120 w 3790120"/>
                  <a:gd name="connsiteY5" fmla="*/ 23737 h 1779329"/>
                  <a:gd name="connsiteX0" fmla="*/ 0 w 3790120"/>
                  <a:gd name="connsiteY0" fmla="*/ 14311 h 1794887"/>
                  <a:gd name="connsiteX1" fmla="*/ 967408 w 3790120"/>
                  <a:gd name="connsiteY1" fmla="*/ 185070 h 1794887"/>
                  <a:gd name="connsiteX2" fmla="*/ 1232451 w 3790120"/>
                  <a:gd name="connsiteY2" fmla="*/ 1629556 h 1794887"/>
                  <a:gd name="connsiteX3" fmla="*/ 2544416 w 3790120"/>
                  <a:gd name="connsiteY3" fmla="*/ 1603051 h 1794887"/>
                  <a:gd name="connsiteX4" fmla="*/ 2835965 w 3790120"/>
                  <a:gd name="connsiteY4" fmla="*/ 198322 h 1794887"/>
                  <a:gd name="connsiteX5" fmla="*/ 3790120 w 3790120"/>
                  <a:gd name="connsiteY5" fmla="*/ 39295 h 1794887"/>
                  <a:gd name="connsiteX0" fmla="*/ 0 w 3790120"/>
                  <a:gd name="connsiteY0" fmla="*/ 14311 h 1794887"/>
                  <a:gd name="connsiteX1" fmla="*/ 967408 w 3790120"/>
                  <a:gd name="connsiteY1" fmla="*/ 185070 h 1794887"/>
                  <a:gd name="connsiteX2" fmla="*/ 1232451 w 3790120"/>
                  <a:gd name="connsiteY2" fmla="*/ 1629556 h 1794887"/>
                  <a:gd name="connsiteX3" fmla="*/ 2544416 w 3790120"/>
                  <a:gd name="connsiteY3" fmla="*/ 1603051 h 1794887"/>
                  <a:gd name="connsiteX4" fmla="*/ 2835965 w 3790120"/>
                  <a:gd name="connsiteY4" fmla="*/ 198322 h 1794887"/>
                  <a:gd name="connsiteX5" fmla="*/ 3790120 w 3790120"/>
                  <a:gd name="connsiteY5" fmla="*/ 39295 h 1794887"/>
                  <a:gd name="connsiteX0" fmla="*/ 0 w 3790120"/>
                  <a:gd name="connsiteY0" fmla="*/ 8345 h 1788921"/>
                  <a:gd name="connsiteX1" fmla="*/ 967408 w 3790120"/>
                  <a:gd name="connsiteY1" fmla="*/ 179104 h 1788921"/>
                  <a:gd name="connsiteX2" fmla="*/ 1232451 w 3790120"/>
                  <a:gd name="connsiteY2" fmla="*/ 1623590 h 1788921"/>
                  <a:gd name="connsiteX3" fmla="*/ 2544416 w 3790120"/>
                  <a:gd name="connsiteY3" fmla="*/ 1597085 h 1788921"/>
                  <a:gd name="connsiteX4" fmla="*/ 2835965 w 3790120"/>
                  <a:gd name="connsiteY4" fmla="*/ 192356 h 1788921"/>
                  <a:gd name="connsiteX5" fmla="*/ 3790120 w 3790120"/>
                  <a:gd name="connsiteY5" fmla="*/ 33329 h 1788921"/>
                  <a:gd name="connsiteX0" fmla="*/ 0 w 3790120"/>
                  <a:gd name="connsiteY0" fmla="*/ 8345 h 1788921"/>
                  <a:gd name="connsiteX1" fmla="*/ 967408 w 3790120"/>
                  <a:gd name="connsiteY1" fmla="*/ 179104 h 1788921"/>
                  <a:gd name="connsiteX2" fmla="*/ 1232451 w 3790120"/>
                  <a:gd name="connsiteY2" fmla="*/ 1623590 h 1788921"/>
                  <a:gd name="connsiteX3" fmla="*/ 2544416 w 3790120"/>
                  <a:gd name="connsiteY3" fmla="*/ 1597085 h 1788921"/>
                  <a:gd name="connsiteX4" fmla="*/ 2835965 w 3790120"/>
                  <a:gd name="connsiteY4" fmla="*/ 192356 h 1788921"/>
                  <a:gd name="connsiteX5" fmla="*/ 3790120 w 3790120"/>
                  <a:gd name="connsiteY5" fmla="*/ 33329 h 1788921"/>
                  <a:gd name="connsiteX0" fmla="*/ 0 w 3790120"/>
                  <a:gd name="connsiteY0" fmla="*/ 5186 h 1785107"/>
                  <a:gd name="connsiteX1" fmla="*/ 991167 w 3790120"/>
                  <a:gd name="connsiteY1" fmla="*/ 185939 h 1785107"/>
                  <a:gd name="connsiteX2" fmla="*/ 1232451 w 3790120"/>
                  <a:gd name="connsiteY2" fmla="*/ 1620431 h 1785107"/>
                  <a:gd name="connsiteX3" fmla="*/ 2544416 w 3790120"/>
                  <a:gd name="connsiteY3" fmla="*/ 1593926 h 1785107"/>
                  <a:gd name="connsiteX4" fmla="*/ 2835965 w 3790120"/>
                  <a:gd name="connsiteY4" fmla="*/ 189197 h 1785107"/>
                  <a:gd name="connsiteX5" fmla="*/ 3790120 w 3790120"/>
                  <a:gd name="connsiteY5" fmla="*/ 30170 h 1785107"/>
                  <a:gd name="connsiteX0" fmla="*/ 0 w 3752106"/>
                  <a:gd name="connsiteY0" fmla="*/ 5186 h 1785107"/>
                  <a:gd name="connsiteX1" fmla="*/ 991167 w 3752106"/>
                  <a:gd name="connsiteY1" fmla="*/ 185939 h 1785107"/>
                  <a:gd name="connsiteX2" fmla="*/ 1232451 w 3752106"/>
                  <a:gd name="connsiteY2" fmla="*/ 1620431 h 1785107"/>
                  <a:gd name="connsiteX3" fmla="*/ 2544416 w 3752106"/>
                  <a:gd name="connsiteY3" fmla="*/ 1593926 h 1785107"/>
                  <a:gd name="connsiteX4" fmla="*/ 2835965 w 3752106"/>
                  <a:gd name="connsiteY4" fmla="*/ 189197 h 1785107"/>
                  <a:gd name="connsiteX5" fmla="*/ 3752106 w 3752106"/>
                  <a:gd name="connsiteY5" fmla="*/ 5186 h 1785107"/>
                  <a:gd name="connsiteX0" fmla="*/ 0 w 3752106"/>
                  <a:gd name="connsiteY0" fmla="*/ 5186 h 1785107"/>
                  <a:gd name="connsiteX1" fmla="*/ 991167 w 3752106"/>
                  <a:gd name="connsiteY1" fmla="*/ 185939 h 1785107"/>
                  <a:gd name="connsiteX2" fmla="*/ 1232451 w 3752106"/>
                  <a:gd name="connsiteY2" fmla="*/ 1620431 h 1785107"/>
                  <a:gd name="connsiteX3" fmla="*/ 2544416 w 3752106"/>
                  <a:gd name="connsiteY3" fmla="*/ 1593926 h 1785107"/>
                  <a:gd name="connsiteX4" fmla="*/ 2835965 w 3752106"/>
                  <a:gd name="connsiteY4" fmla="*/ 189197 h 1785107"/>
                  <a:gd name="connsiteX5" fmla="*/ 3752106 w 3752106"/>
                  <a:gd name="connsiteY5" fmla="*/ 5186 h 1785107"/>
                  <a:gd name="connsiteX0" fmla="*/ 0 w 3752106"/>
                  <a:gd name="connsiteY0" fmla="*/ 5186 h 1785107"/>
                  <a:gd name="connsiteX1" fmla="*/ 991167 w 3752106"/>
                  <a:gd name="connsiteY1" fmla="*/ 185939 h 1785107"/>
                  <a:gd name="connsiteX2" fmla="*/ 1232451 w 3752106"/>
                  <a:gd name="connsiteY2" fmla="*/ 1620431 h 1785107"/>
                  <a:gd name="connsiteX3" fmla="*/ 2544416 w 3752106"/>
                  <a:gd name="connsiteY3" fmla="*/ 1593926 h 1785107"/>
                  <a:gd name="connsiteX4" fmla="*/ 2835965 w 3752106"/>
                  <a:gd name="connsiteY4" fmla="*/ 189197 h 1785107"/>
                  <a:gd name="connsiteX5" fmla="*/ 3752106 w 3752106"/>
                  <a:gd name="connsiteY5" fmla="*/ 5186 h 1785107"/>
                  <a:gd name="connsiteX0" fmla="*/ 0 w 3752106"/>
                  <a:gd name="connsiteY0" fmla="*/ 5186 h 1785107"/>
                  <a:gd name="connsiteX1" fmla="*/ 991167 w 3752106"/>
                  <a:gd name="connsiteY1" fmla="*/ 185939 h 1785107"/>
                  <a:gd name="connsiteX2" fmla="*/ 1232451 w 3752106"/>
                  <a:gd name="connsiteY2" fmla="*/ 1620431 h 1785107"/>
                  <a:gd name="connsiteX3" fmla="*/ 2544416 w 3752106"/>
                  <a:gd name="connsiteY3" fmla="*/ 1593926 h 1785107"/>
                  <a:gd name="connsiteX4" fmla="*/ 2835965 w 3752106"/>
                  <a:gd name="connsiteY4" fmla="*/ 189197 h 1785107"/>
                  <a:gd name="connsiteX5" fmla="*/ 3752106 w 3752106"/>
                  <a:gd name="connsiteY5" fmla="*/ 5186 h 1785107"/>
                  <a:gd name="connsiteX0" fmla="*/ 0 w 3752106"/>
                  <a:gd name="connsiteY0" fmla="*/ 13548 h 1793469"/>
                  <a:gd name="connsiteX1" fmla="*/ 991167 w 3752106"/>
                  <a:gd name="connsiteY1" fmla="*/ 194301 h 1793469"/>
                  <a:gd name="connsiteX2" fmla="*/ 1232451 w 3752106"/>
                  <a:gd name="connsiteY2" fmla="*/ 1628793 h 1793469"/>
                  <a:gd name="connsiteX3" fmla="*/ 2544416 w 3752106"/>
                  <a:gd name="connsiteY3" fmla="*/ 1602288 h 1793469"/>
                  <a:gd name="connsiteX4" fmla="*/ 2835965 w 3752106"/>
                  <a:gd name="connsiteY4" fmla="*/ 197559 h 1793469"/>
                  <a:gd name="connsiteX5" fmla="*/ 3752106 w 3752106"/>
                  <a:gd name="connsiteY5" fmla="*/ 13548 h 1793469"/>
                  <a:gd name="connsiteX0" fmla="*/ 0 w 3752106"/>
                  <a:gd name="connsiteY0" fmla="*/ 6740 h 1785352"/>
                  <a:gd name="connsiteX1" fmla="*/ 1014926 w 3752106"/>
                  <a:gd name="connsiteY1" fmla="*/ 207480 h 1785352"/>
                  <a:gd name="connsiteX2" fmla="*/ 1232451 w 3752106"/>
                  <a:gd name="connsiteY2" fmla="*/ 1621985 h 1785352"/>
                  <a:gd name="connsiteX3" fmla="*/ 2544416 w 3752106"/>
                  <a:gd name="connsiteY3" fmla="*/ 1595480 h 1785352"/>
                  <a:gd name="connsiteX4" fmla="*/ 2835965 w 3752106"/>
                  <a:gd name="connsiteY4" fmla="*/ 190751 h 1785352"/>
                  <a:gd name="connsiteX5" fmla="*/ 3752106 w 3752106"/>
                  <a:gd name="connsiteY5" fmla="*/ 6740 h 1785352"/>
                  <a:gd name="connsiteX0" fmla="*/ 0 w 3752106"/>
                  <a:gd name="connsiteY0" fmla="*/ 4533 h 1783145"/>
                  <a:gd name="connsiteX1" fmla="*/ 1014926 w 3752106"/>
                  <a:gd name="connsiteY1" fmla="*/ 205273 h 1783145"/>
                  <a:gd name="connsiteX2" fmla="*/ 1232451 w 3752106"/>
                  <a:gd name="connsiteY2" fmla="*/ 1619778 h 1783145"/>
                  <a:gd name="connsiteX3" fmla="*/ 2544416 w 3752106"/>
                  <a:gd name="connsiteY3" fmla="*/ 1593273 h 1783145"/>
                  <a:gd name="connsiteX4" fmla="*/ 2835965 w 3752106"/>
                  <a:gd name="connsiteY4" fmla="*/ 188544 h 1783145"/>
                  <a:gd name="connsiteX5" fmla="*/ 3752106 w 3752106"/>
                  <a:gd name="connsiteY5" fmla="*/ 4533 h 1783145"/>
                  <a:gd name="connsiteX0" fmla="*/ 0 w 3752106"/>
                  <a:gd name="connsiteY0" fmla="*/ 2693 h 1781305"/>
                  <a:gd name="connsiteX1" fmla="*/ 1014926 w 3752106"/>
                  <a:gd name="connsiteY1" fmla="*/ 203433 h 1781305"/>
                  <a:gd name="connsiteX2" fmla="*/ 1232451 w 3752106"/>
                  <a:gd name="connsiteY2" fmla="*/ 1617938 h 1781305"/>
                  <a:gd name="connsiteX3" fmla="*/ 2544416 w 3752106"/>
                  <a:gd name="connsiteY3" fmla="*/ 1591433 h 1781305"/>
                  <a:gd name="connsiteX4" fmla="*/ 2835965 w 3752106"/>
                  <a:gd name="connsiteY4" fmla="*/ 186704 h 1781305"/>
                  <a:gd name="connsiteX5" fmla="*/ 3752106 w 3752106"/>
                  <a:gd name="connsiteY5" fmla="*/ 2693 h 1781305"/>
                  <a:gd name="connsiteX0" fmla="*/ 0 w 3752106"/>
                  <a:gd name="connsiteY0" fmla="*/ 7868 h 1786480"/>
                  <a:gd name="connsiteX1" fmla="*/ 1014926 w 3752106"/>
                  <a:gd name="connsiteY1" fmla="*/ 208608 h 1786480"/>
                  <a:gd name="connsiteX2" fmla="*/ 1232451 w 3752106"/>
                  <a:gd name="connsiteY2" fmla="*/ 1623113 h 1786480"/>
                  <a:gd name="connsiteX3" fmla="*/ 2544416 w 3752106"/>
                  <a:gd name="connsiteY3" fmla="*/ 1596608 h 1786480"/>
                  <a:gd name="connsiteX4" fmla="*/ 2835965 w 3752106"/>
                  <a:gd name="connsiteY4" fmla="*/ 191879 h 1786480"/>
                  <a:gd name="connsiteX5" fmla="*/ 3752106 w 3752106"/>
                  <a:gd name="connsiteY5" fmla="*/ 7868 h 1786480"/>
                  <a:gd name="connsiteX0" fmla="*/ 0 w 3752106"/>
                  <a:gd name="connsiteY0" fmla="*/ 7868 h 1786184"/>
                  <a:gd name="connsiteX1" fmla="*/ 1014926 w 3752106"/>
                  <a:gd name="connsiteY1" fmla="*/ 208608 h 1786184"/>
                  <a:gd name="connsiteX2" fmla="*/ 1232451 w 3752106"/>
                  <a:gd name="connsiteY2" fmla="*/ 1623113 h 1786184"/>
                  <a:gd name="connsiteX3" fmla="*/ 2544416 w 3752106"/>
                  <a:gd name="connsiteY3" fmla="*/ 1596608 h 1786184"/>
                  <a:gd name="connsiteX4" fmla="*/ 2707668 w 3752106"/>
                  <a:gd name="connsiteY4" fmla="*/ 196876 h 1786184"/>
                  <a:gd name="connsiteX5" fmla="*/ 3752106 w 3752106"/>
                  <a:gd name="connsiteY5" fmla="*/ 7868 h 1786184"/>
                  <a:gd name="connsiteX0" fmla="*/ 0 w 3752106"/>
                  <a:gd name="connsiteY0" fmla="*/ 7868 h 1791531"/>
                  <a:gd name="connsiteX1" fmla="*/ 1014926 w 3752106"/>
                  <a:gd name="connsiteY1" fmla="*/ 208608 h 1791531"/>
                  <a:gd name="connsiteX2" fmla="*/ 1232451 w 3752106"/>
                  <a:gd name="connsiteY2" fmla="*/ 1623113 h 1791531"/>
                  <a:gd name="connsiteX3" fmla="*/ 2506401 w 3752106"/>
                  <a:gd name="connsiteY3" fmla="*/ 1606601 h 1791531"/>
                  <a:gd name="connsiteX4" fmla="*/ 2707668 w 3752106"/>
                  <a:gd name="connsiteY4" fmla="*/ 196876 h 1791531"/>
                  <a:gd name="connsiteX5" fmla="*/ 3752106 w 3752106"/>
                  <a:gd name="connsiteY5" fmla="*/ 7868 h 1791531"/>
                  <a:gd name="connsiteX0" fmla="*/ 0 w 3752106"/>
                  <a:gd name="connsiteY0" fmla="*/ 7868 h 1791228"/>
                  <a:gd name="connsiteX1" fmla="*/ 1014926 w 3752106"/>
                  <a:gd name="connsiteY1" fmla="*/ 208608 h 1791228"/>
                  <a:gd name="connsiteX2" fmla="*/ 1232451 w 3752106"/>
                  <a:gd name="connsiteY2" fmla="*/ 1623113 h 1791228"/>
                  <a:gd name="connsiteX3" fmla="*/ 2506401 w 3752106"/>
                  <a:gd name="connsiteY3" fmla="*/ 1606601 h 1791228"/>
                  <a:gd name="connsiteX4" fmla="*/ 2736178 w 3752106"/>
                  <a:gd name="connsiteY4" fmla="*/ 201873 h 1791228"/>
                  <a:gd name="connsiteX5" fmla="*/ 3752106 w 3752106"/>
                  <a:gd name="connsiteY5" fmla="*/ 7868 h 1791228"/>
                  <a:gd name="connsiteX0" fmla="*/ 0 w 3752106"/>
                  <a:gd name="connsiteY0" fmla="*/ 7868 h 1790926"/>
                  <a:gd name="connsiteX1" fmla="*/ 1014926 w 3752106"/>
                  <a:gd name="connsiteY1" fmla="*/ 208608 h 1790926"/>
                  <a:gd name="connsiteX2" fmla="*/ 1232451 w 3752106"/>
                  <a:gd name="connsiteY2" fmla="*/ 1623113 h 1790926"/>
                  <a:gd name="connsiteX3" fmla="*/ 2506401 w 3752106"/>
                  <a:gd name="connsiteY3" fmla="*/ 1606601 h 1790926"/>
                  <a:gd name="connsiteX4" fmla="*/ 2712419 w 3752106"/>
                  <a:gd name="connsiteY4" fmla="*/ 206870 h 1790926"/>
                  <a:gd name="connsiteX5" fmla="*/ 3752106 w 3752106"/>
                  <a:gd name="connsiteY5" fmla="*/ 7868 h 1790926"/>
                  <a:gd name="connsiteX0" fmla="*/ 0 w 3752106"/>
                  <a:gd name="connsiteY0" fmla="*/ 7868 h 1807733"/>
                  <a:gd name="connsiteX1" fmla="*/ 1014926 w 3752106"/>
                  <a:gd name="connsiteY1" fmla="*/ 208608 h 1807733"/>
                  <a:gd name="connsiteX2" fmla="*/ 1232451 w 3752106"/>
                  <a:gd name="connsiteY2" fmla="*/ 1623113 h 1807733"/>
                  <a:gd name="connsiteX3" fmla="*/ 2482643 w 3752106"/>
                  <a:gd name="connsiteY3" fmla="*/ 1636581 h 1807733"/>
                  <a:gd name="connsiteX4" fmla="*/ 2712419 w 3752106"/>
                  <a:gd name="connsiteY4" fmla="*/ 206870 h 1807733"/>
                  <a:gd name="connsiteX5" fmla="*/ 3752106 w 3752106"/>
                  <a:gd name="connsiteY5" fmla="*/ 7868 h 1807733"/>
                  <a:gd name="connsiteX0" fmla="*/ 0 w 3752106"/>
                  <a:gd name="connsiteY0" fmla="*/ 7868 h 1809017"/>
                  <a:gd name="connsiteX1" fmla="*/ 1014926 w 3752106"/>
                  <a:gd name="connsiteY1" fmla="*/ 208608 h 1809017"/>
                  <a:gd name="connsiteX2" fmla="*/ 1232451 w 3752106"/>
                  <a:gd name="connsiteY2" fmla="*/ 1623113 h 1809017"/>
                  <a:gd name="connsiteX3" fmla="*/ 2482643 w 3752106"/>
                  <a:gd name="connsiteY3" fmla="*/ 1636581 h 1809017"/>
                  <a:gd name="connsiteX4" fmla="*/ 2702915 w 3752106"/>
                  <a:gd name="connsiteY4" fmla="*/ 186883 h 1809017"/>
                  <a:gd name="connsiteX5" fmla="*/ 3752106 w 3752106"/>
                  <a:gd name="connsiteY5" fmla="*/ 7868 h 1809017"/>
                  <a:gd name="connsiteX0" fmla="*/ 0 w 3752106"/>
                  <a:gd name="connsiteY0" fmla="*/ 7868 h 1808375"/>
                  <a:gd name="connsiteX1" fmla="*/ 1014926 w 3752106"/>
                  <a:gd name="connsiteY1" fmla="*/ 208608 h 1808375"/>
                  <a:gd name="connsiteX2" fmla="*/ 1232451 w 3752106"/>
                  <a:gd name="connsiteY2" fmla="*/ 1623113 h 1808375"/>
                  <a:gd name="connsiteX3" fmla="*/ 2482643 w 3752106"/>
                  <a:gd name="connsiteY3" fmla="*/ 1636581 h 1808375"/>
                  <a:gd name="connsiteX4" fmla="*/ 2698164 w 3752106"/>
                  <a:gd name="connsiteY4" fmla="*/ 196876 h 1808375"/>
                  <a:gd name="connsiteX5" fmla="*/ 3752106 w 3752106"/>
                  <a:gd name="connsiteY5" fmla="*/ 7868 h 1808375"/>
                  <a:gd name="connsiteX0" fmla="*/ 0 w 3752106"/>
                  <a:gd name="connsiteY0" fmla="*/ 7868 h 1806774"/>
                  <a:gd name="connsiteX1" fmla="*/ 1014926 w 3752106"/>
                  <a:gd name="connsiteY1" fmla="*/ 208608 h 1806774"/>
                  <a:gd name="connsiteX2" fmla="*/ 1232451 w 3752106"/>
                  <a:gd name="connsiteY2" fmla="*/ 1623113 h 1806774"/>
                  <a:gd name="connsiteX3" fmla="*/ 2482643 w 3752106"/>
                  <a:gd name="connsiteY3" fmla="*/ 1636581 h 1806774"/>
                  <a:gd name="connsiteX4" fmla="*/ 2698164 w 3752106"/>
                  <a:gd name="connsiteY4" fmla="*/ 221859 h 1806774"/>
                  <a:gd name="connsiteX5" fmla="*/ 3752106 w 3752106"/>
                  <a:gd name="connsiteY5" fmla="*/ 7868 h 1806774"/>
                  <a:gd name="connsiteX0" fmla="*/ 0 w 3752106"/>
                  <a:gd name="connsiteY0" fmla="*/ 7868 h 1807413"/>
                  <a:gd name="connsiteX1" fmla="*/ 1014926 w 3752106"/>
                  <a:gd name="connsiteY1" fmla="*/ 208608 h 1807413"/>
                  <a:gd name="connsiteX2" fmla="*/ 1232451 w 3752106"/>
                  <a:gd name="connsiteY2" fmla="*/ 1623113 h 1807413"/>
                  <a:gd name="connsiteX3" fmla="*/ 2482643 w 3752106"/>
                  <a:gd name="connsiteY3" fmla="*/ 1636581 h 1807413"/>
                  <a:gd name="connsiteX4" fmla="*/ 2688661 w 3752106"/>
                  <a:gd name="connsiteY4" fmla="*/ 211865 h 1807413"/>
                  <a:gd name="connsiteX5" fmla="*/ 3752106 w 3752106"/>
                  <a:gd name="connsiteY5" fmla="*/ 7868 h 1807413"/>
                  <a:gd name="connsiteX0" fmla="*/ 0 w 3752106"/>
                  <a:gd name="connsiteY0" fmla="*/ 7868 h 1807413"/>
                  <a:gd name="connsiteX1" fmla="*/ 1014926 w 3752106"/>
                  <a:gd name="connsiteY1" fmla="*/ 208608 h 1807413"/>
                  <a:gd name="connsiteX2" fmla="*/ 1232451 w 3752106"/>
                  <a:gd name="connsiteY2" fmla="*/ 1623113 h 1807413"/>
                  <a:gd name="connsiteX3" fmla="*/ 2482643 w 3752106"/>
                  <a:gd name="connsiteY3" fmla="*/ 1636581 h 1807413"/>
                  <a:gd name="connsiteX4" fmla="*/ 2702916 w 3752106"/>
                  <a:gd name="connsiteY4" fmla="*/ 211865 h 1807413"/>
                  <a:gd name="connsiteX5" fmla="*/ 3752106 w 3752106"/>
                  <a:gd name="connsiteY5" fmla="*/ 7868 h 1807413"/>
                  <a:gd name="connsiteX0" fmla="*/ 0 w 3752106"/>
                  <a:gd name="connsiteY0" fmla="*/ 7868 h 1807093"/>
                  <a:gd name="connsiteX1" fmla="*/ 1014926 w 3752106"/>
                  <a:gd name="connsiteY1" fmla="*/ 208608 h 1807093"/>
                  <a:gd name="connsiteX2" fmla="*/ 1232451 w 3752106"/>
                  <a:gd name="connsiteY2" fmla="*/ 1623113 h 1807093"/>
                  <a:gd name="connsiteX3" fmla="*/ 2482643 w 3752106"/>
                  <a:gd name="connsiteY3" fmla="*/ 1636581 h 1807093"/>
                  <a:gd name="connsiteX4" fmla="*/ 2731426 w 3752106"/>
                  <a:gd name="connsiteY4" fmla="*/ 216861 h 1807093"/>
                  <a:gd name="connsiteX5" fmla="*/ 3752106 w 3752106"/>
                  <a:gd name="connsiteY5" fmla="*/ 7868 h 1807093"/>
                  <a:gd name="connsiteX0" fmla="*/ 0 w 3752106"/>
                  <a:gd name="connsiteY0" fmla="*/ 7868 h 1807093"/>
                  <a:gd name="connsiteX1" fmla="*/ 1014926 w 3752106"/>
                  <a:gd name="connsiteY1" fmla="*/ 208608 h 1807093"/>
                  <a:gd name="connsiteX2" fmla="*/ 1232451 w 3752106"/>
                  <a:gd name="connsiteY2" fmla="*/ 1623113 h 1807093"/>
                  <a:gd name="connsiteX3" fmla="*/ 2482643 w 3752106"/>
                  <a:gd name="connsiteY3" fmla="*/ 1636581 h 1807093"/>
                  <a:gd name="connsiteX4" fmla="*/ 2707668 w 3752106"/>
                  <a:gd name="connsiteY4" fmla="*/ 216861 h 1807093"/>
                  <a:gd name="connsiteX5" fmla="*/ 3752106 w 3752106"/>
                  <a:gd name="connsiteY5" fmla="*/ 7868 h 1807093"/>
                  <a:gd name="connsiteX0" fmla="*/ 0 w 3752106"/>
                  <a:gd name="connsiteY0" fmla="*/ 7868 h 1807413"/>
                  <a:gd name="connsiteX1" fmla="*/ 1014926 w 3752106"/>
                  <a:gd name="connsiteY1" fmla="*/ 208608 h 1807413"/>
                  <a:gd name="connsiteX2" fmla="*/ 1232451 w 3752106"/>
                  <a:gd name="connsiteY2" fmla="*/ 1623113 h 1807413"/>
                  <a:gd name="connsiteX3" fmla="*/ 2482643 w 3752106"/>
                  <a:gd name="connsiteY3" fmla="*/ 1636581 h 1807413"/>
                  <a:gd name="connsiteX4" fmla="*/ 2726675 w 3752106"/>
                  <a:gd name="connsiteY4" fmla="*/ 211864 h 1807413"/>
                  <a:gd name="connsiteX5" fmla="*/ 3752106 w 3752106"/>
                  <a:gd name="connsiteY5" fmla="*/ 7868 h 1807413"/>
                  <a:gd name="connsiteX0" fmla="*/ 0 w 3752106"/>
                  <a:gd name="connsiteY0" fmla="*/ 7868 h 1807413"/>
                  <a:gd name="connsiteX1" fmla="*/ 1014926 w 3752106"/>
                  <a:gd name="connsiteY1" fmla="*/ 208608 h 1807413"/>
                  <a:gd name="connsiteX2" fmla="*/ 1232451 w 3752106"/>
                  <a:gd name="connsiteY2" fmla="*/ 1623113 h 1807413"/>
                  <a:gd name="connsiteX3" fmla="*/ 2482643 w 3752106"/>
                  <a:gd name="connsiteY3" fmla="*/ 1636581 h 1807413"/>
                  <a:gd name="connsiteX4" fmla="*/ 2726675 w 3752106"/>
                  <a:gd name="connsiteY4" fmla="*/ 211864 h 1807413"/>
                  <a:gd name="connsiteX5" fmla="*/ 3752106 w 3752106"/>
                  <a:gd name="connsiteY5" fmla="*/ 7868 h 1807413"/>
                  <a:gd name="connsiteX0" fmla="*/ 0 w 3752106"/>
                  <a:gd name="connsiteY0" fmla="*/ 12554 h 1812099"/>
                  <a:gd name="connsiteX1" fmla="*/ 1014926 w 3752106"/>
                  <a:gd name="connsiteY1" fmla="*/ 213294 h 1812099"/>
                  <a:gd name="connsiteX2" fmla="*/ 1232451 w 3752106"/>
                  <a:gd name="connsiteY2" fmla="*/ 1627799 h 1812099"/>
                  <a:gd name="connsiteX3" fmla="*/ 2482643 w 3752106"/>
                  <a:gd name="connsiteY3" fmla="*/ 1641267 h 1812099"/>
                  <a:gd name="connsiteX4" fmla="*/ 2726675 w 3752106"/>
                  <a:gd name="connsiteY4" fmla="*/ 216550 h 1812099"/>
                  <a:gd name="connsiteX5" fmla="*/ 3752106 w 3752106"/>
                  <a:gd name="connsiteY5" fmla="*/ 12554 h 1812099"/>
                  <a:gd name="connsiteX0" fmla="*/ 0 w 3752106"/>
                  <a:gd name="connsiteY0" fmla="*/ 14293 h 1813838"/>
                  <a:gd name="connsiteX1" fmla="*/ 1014926 w 3752106"/>
                  <a:gd name="connsiteY1" fmla="*/ 215033 h 1813838"/>
                  <a:gd name="connsiteX2" fmla="*/ 1232451 w 3752106"/>
                  <a:gd name="connsiteY2" fmla="*/ 1629538 h 1813838"/>
                  <a:gd name="connsiteX3" fmla="*/ 2482643 w 3752106"/>
                  <a:gd name="connsiteY3" fmla="*/ 1643006 h 1813838"/>
                  <a:gd name="connsiteX4" fmla="*/ 2726675 w 3752106"/>
                  <a:gd name="connsiteY4" fmla="*/ 218289 h 1813838"/>
                  <a:gd name="connsiteX5" fmla="*/ 3752106 w 3752106"/>
                  <a:gd name="connsiteY5" fmla="*/ 14293 h 1813838"/>
                  <a:gd name="connsiteX0" fmla="*/ 0 w 3752106"/>
                  <a:gd name="connsiteY0" fmla="*/ 12555 h 1812100"/>
                  <a:gd name="connsiteX1" fmla="*/ 1014926 w 3752106"/>
                  <a:gd name="connsiteY1" fmla="*/ 213295 h 1812100"/>
                  <a:gd name="connsiteX2" fmla="*/ 1232451 w 3752106"/>
                  <a:gd name="connsiteY2" fmla="*/ 1627800 h 1812100"/>
                  <a:gd name="connsiteX3" fmla="*/ 2482643 w 3752106"/>
                  <a:gd name="connsiteY3" fmla="*/ 1641268 h 1812100"/>
                  <a:gd name="connsiteX4" fmla="*/ 2726675 w 3752106"/>
                  <a:gd name="connsiteY4" fmla="*/ 216551 h 1812100"/>
                  <a:gd name="connsiteX5" fmla="*/ 3752106 w 3752106"/>
                  <a:gd name="connsiteY5" fmla="*/ 12555 h 1812100"/>
                  <a:gd name="connsiteX0" fmla="*/ 0 w 3752106"/>
                  <a:gd name="connsiteY0" fmla="*/ 8582 h 1808127"/>
                  <a:gd name="connsiteX1" fmla="*/ 1014926 w 3752106"/>
                  <a:gd name="connsiteY1" fmla="*/ 209322 h 1808127"/>
                  <a:gd name="connsiteX2" fmla="*/ 1232451 w 3752106"/>
                  <a:gd name="connsiteY2" fmla="*/ 1623827 h 1808127"/>
                  <a:gd name="connsiteX3" fmla="*/ 2482643 w 3752106"/>
                  <a:gd name="connsiteY3" fmla="*/ 1637295 h 1808127"/>
                  <a:gd name="connsiteX4" fmla="*/ 2726675 w 3752106"/>
                  <a:gd name="connsiteY4" fmla="*/ 212578 h 1808127"/>
                  <a:gd name="connsiteX5" fmla="*/ 3752106 w 3752106"/>
                  <a:gd name="connsiteY5" fmla="*/ 8582 h 1808127"/>
                  <a:gd name="connsiteX0" fmla="*/ 0 w 3752106"/>
                  <a:gd name="connsiteY0" fmla="*/ 7869 h 1807414"/>
                  <a:gd name="connsiteX1" fmla="*/ 1014926 w 3752106"/>
                  <a:gd name="connsiteY1" fmla="*/ 208609 h 1807414"/>
                  <a:gd name="connsiteX2" fmla="*/ 1232451 w 3752106"/>
                  <a:gd name="connsiteY2" fmla="*/ 1623114 h 1807414"/>
                  <a:gd name="connsiteX3" fmla="*/ 2482643 w 3752106"/>
                  <a:gd name="connsiteY3" fmla="*/ 1636582 h 1807414"/>
                  <a:gd name="connsiteX4" fmla="*/ 2726675 w 3752106"/>
                  <a:gd name="connsiteY4" fmla="*/ 211865 h 1807414"/>
                  <a:gd name="connsiteX5" fmla="*/ 3752106 w 3752106"/>
                  <a:gd name="connsiteY5" fmla="*/ 7869 h 1807414"/>
                  <a:gd name="connsiteX0" fmla="*/ 0 w 3718844"/>
                  <a:gd name="connsiteY0" fmla="*/ 7869 h 1807414"/>
                  <a:gd name="connsiteX1" fmla="*/ 1014926 w 3718844"/>
                  <a:gd name="connsiteY1" fmla="*/ 208609 h 1807414"/>
                  <a:gd name="connsiteX2" fmla="*/ 1232451 w 3718844"/>
                  <a:gd name="connsiteY2" fmla="*/ 1623114 h 1807414"/>
                  <a:gd name="connsiteX3" fmla="*/ 2482643 w 3718844"/>
                  <a:gd name="connsiteY3" fmla="*/ 1636582 h 1807414"/>
                  <a:gd name="connsiteX4" fmla="*/ 2726675 w 3718844"/>
                  <a:gd name="connsiteY4" fmla="*/ 211865 h 1807414"/>
                  <a:gd name="connsiteX5" fmla="*/ 3718844 w 3718844"/>
                  <a:gd name="connsiteY5" fmla="*/ 7869 h 1807414"/>
                  <a:gd name="connsiteX0" fmla="*/ 0 w 3718844"/>
                  <a:gd name="connsiteY0" fmla="*/ 22705 h 1822250"/>
                  <a:gd name="connsiteX1" fmla="*/ 1014926 w 3718844"/>
                  <a:gd name="connsiteY1" fmla="*/ 223445 h 1822250"/>
                  <a:gd name="connsiteX2" fmla="*/ 1232451 w 3718844"/>
                  <a:gd name="connsiteY2" fmla="*/ 1637950 h 1822250"/>
                  <a:gd name="connsiteX3" fmla="*/ 2482643 w 3718844"/>
                  <a:gd name="connsiteY3" fmla="*/ 1651418 h 1822250"/>
                  <a:gd name="connsiteX4" fmla="*/ 2726675 w 3718844"/>
                  <a:gd name="connsiteY4" fmla="*/ 226701 h 1822250"/>
                  <a:gd name="connsiteX5" fmla="*/ 3718844 w 3718844"/>
                  <a:gd name="connsiteY5" fmla="*/ 22705 h 1822250"/>
                  <a:gd name="connsiteX0" fmla="*/ 0 w 3718844"/>
                  <a:gd name="connsiteY0" fmla="*/ 19825 h 1819370"/>
                  <a:gd name="connsiteX1" fmla="*/ 1014926 w 3718844"/>
                  <a:gd name="connsiteY1" fmla="*/ 220565 h 1819370"/>
                  <a:gd name="connsiteX2" fmla="*/ 1232451 w 3718844"/>
                  <a:gd name="connsiteY2" fmla="*/ 1635070 h 1819370"/>
                  <a:gd name="connsiteX3" fmla="*/ 2482643 w 3718844"/>
                  <a:gd name="connsiteY3" fmla="*/ 1648538 h 1819370"/>
                  <a:gd name="connsiteX4" fmla="*/ 2726675 w 3718844"/>
                  <a:gd name="connsiteY4" fmla="*/ 223821 h 1819370"/>
                  <a:gd name="connsiteX5" fmla="*/ 3718844 w 3718844"/>
                  <a:gd name="connsiteY5" fmla="*/ 24822 h 1819370"/>
                  <a:gd name="connsiteX0" fmla="*/ 0 w 3718844"/>
                  <a:gd name="connsiteY0" fmla="*/ 7869 h 1807414"/>
                  <a:gd name="connsiteX1" fmla="*/ 1014926 w 3718844"/>
                  <a:gd name="connsiteY1" fmla="*/ 208609 h 1807414"/>
                  <a:gd name="connsiteX2" fmla="*/ 1232451 w 3718844"/>
                  <a:gd name="connsiteY2" fmla="*/ 1623114 h 1807414"/>
                  <a:gd name="connsiteX3" fmla="*/ 2482643 w 3718844"/>
                  <a:gd name="connsiteY3" fmla="*/ 1636582 h 1807414"/>
                  <a:gd name="connsiteX4" fmla="*/ 2726675 w 3718844"/>
                  <a:gd name="connsiteY4" fmla="*/ 211865 h 1807414"/>
                  <a:gd name="connsiteX5" fmla="*/ 3718844 w 3718844"/>
                  <a:gd name="connsiteY5" fmla="*/ 12866 h 1807414"/>
                  <a:gd name="connsiteX0" fmla="*/ 0 w 3690334"/>
                  <a:gd name="connsiteY0" fmla="*/ 9329 h 1808874"/>
                  <a:gd name="connsiteX1" fmla="*/ 1014926 w 3690334"/>
                  <a:gd name="connsiteY1" fmla="*/ 210069 h 1808874"/>
                  <a:gd name="connsiteX2" fmla="*/ 1232451 w 3690334"/>
                  <a:gd name="connsiteY2" fmla="*/ 1624574 h 1808874"/>
                  <a:gd name="connsiteX3" fmla="*/ 2482643 w 3690334"/>
                  <a:gd name="connsiteY3" fmla="*/ 1638042 h 1808874"/>
                  <a:gd name="connsiteX4" fmla="*/ 2726675 w 3690334"/>
                  <a:gd name="connsiteY4" fmla="*/ 213325 h 1808874"/>
                  <a:gd name="connsiteX5" fmla="*/ 3690334 w 3690334"/>
                  <a:gd name="connsiteY5" fmla="*/ 4333 h 1808874"/>
                  <a:gd name="connsiteX0" fmla="*/ 0 w 3690334"/>
                  <a:gd name="connsiteY0" fmla="*/ 9329 h 1826038"/>
                  <a:gd name="connsiteX1" fmla="*/ 1014926 w 3690334"/>
                  <a:gd name="connsiteY1" fmla="*/ 210069 h 1826038"/>
                  <a:gd name="connsiteX2" fmla="*/ 1232451 w 3690334"/>
                  <a:gd name="connsiteY2" fmla="*/ 1624574 h 1826038"/>
                  <a:gd name="connsiteX3" fmla="*/ 1853336 w 3690334"/>
                  <a:gd name="connsiteY3" fmla="*/ 1808394 h 1826038"/>
                  <a:gd name="connsiteX4" fmla="*/ 2482643 w 3690334"/>
                  <a:gd name="connsiteY4" fmla="*/ 1638042 h 1826038"/>
                  <a:gd name="connsiteX5" fmla="*/ 2726675 w 3690334"/>
                  <a:gd name="connsiteY5" fmla="*/ 213325 h 1826038"/>
                  <a:gd name="connsiteX6" fmla="*/ 3690334 w 3690334"/>
                  <a:gd name="connsiteY6" fmla="*/ 4333 h 1826038"/>
                  <a:gd name="connsiteX0" fmla="*/ 0 w 3690334"/>
                  <a:gd name="connsiteY0" fmla="*/ 9329 h 1826038"/>
                  <a:gd name="connsiteX1" fmla="*/ 1014926 w 3690334"/>
                  <a:gd name="connsiteY1" fmla="*/ 210069 h 1826038"/>
                  <a:gd name="connsiteX2" fmla="*/ 1232451 w 3690334"/>
                  <a:gd name="connsiteY2" fmla="*/ 1624574 h 1826038"/>
                  <a:gd name="connsiteX3" fmla="*/ 1853336 w 3690334"/>
                  <a:gd name="connsiteY3" fmla="*/ 1808394 h 1826038"/>
                  <a:gd name="connsiteX4" fmla="*/ 2482643 w 3690334"/>
                  <a:gd name="connsiteY4" fmla="*/ 1638042 h 1826038"/>
                  <a:gd name="connsiteX5" fmla="*/ 2726675 w 3690334"/>
                  <a:gd name="connsiteY5" fmla="*/ 213325 h 1826038"/>
                  <a:gd name="connsiteX6" fmla="*/ 3690334 w 3690334"/>
                  <a:gd name="connsiteY6" fmla="*/ 4333 h 1826038"/>
                  <a:gd name="connsiteX0" fmla="*/ 0 w 3690334"/>
                  <a:gd name="connsiteY0" fmla="*/ 9329 h 1826038"/>
                  <a:gd name="connsiteX1" fmla="*/ 1014926 w 3690334"/>
                  <a:gd name="connsiteY1" fmla="*/ 210069 h 1826038"/>
                  <a:gd name="connsiteX2" fmla="*/ 1232451 w 3690334"/>
                  <a:gd name="connsiteY2" fmla="*/ 1624574 h 1826038"/>
                  <a:gd name="connsiteX3" fmla="*/ 1853336 w 3690334"/>
                  <a:gd name="connsiteY3" fmla="*/ 1808394 h 1826038"/>
                  <a:gd name="connsiteX4" fmla="*/ 2482643 w 3690334"/>
                  <a:gd name="connsiteY4" fmla="*/ 1638042 h 1826038"/>
                  <a:gd name="connsiteX5" fmla="*/ 2726675 w 3690334"/>
                  <a:gd name="connsiteY5" fmla="*/ 213325 h 1826038"/>
                  <a:gd name="connsiteX6" fmla="*/ 3690334 w 3690334"/>
                  <a:gd name="connsiteY6" fmla="*/ 4333 h 1826038"/>
                  <a:gd name="connsiteX0" fmla="*/ 0 w 3690334"/>
                  <a:gd name="connsiteY0" fmla="*/ 9329 h 1855468"/>
                  <a:gd name="connsiteX1" fmla="*/ 1014926 w 3690334"/>
                  <a:gd name="connsiteY1" fmla="*/ 210069 h 1855468"/>
                  <a:gd name="connsiteX2" fmla="*/ 1232451 w 3690334"/>
                  <a:gd name="connsiteY2" fmla="*/ 1624574 h 1855468"/>
                  <a:gd name="connsiteX3" fmla="*/ 1853336 w 3690334"/>
                  <a:gd name="connsiteY3" fmla="*/ 1848368 h 1855468"/>
                  <a:gd name="connsiteX4" fmla="*/ 2482643 w 3690334"/>
                  <a:gd name="connsiteY4" fmla="*/ 1638042 h 1855468"/>
                  <a:gd name="connsiteX5" fmla="*/ 2726675 w 3690334"/>
                  <a:gd name="connsiteY5" fmla="*/ 213325 h 1855468"/>
                  <a:gd name="connsiteX6" fmla="*/ 3690334 w 3690334"/>
                  <a:gd name="connsiteY6" fmla="*/ 4333 h 1855468"/>
                  <a:gd name="connsiteX0" fmla="*/ 0 w 3690334"/>
                  <a:gd name="connsiteY0" fmla="*/ 9329 h 1880903"/>
                  <a:gd name="connsiteX1" fmla="*/ 1014926 w 3690334"/>
                  <a:gd name="connsiteY1" fmla="*/ 210069 h 1880903"/>
                  <a:gd name="connsiteX2" fmla="*/ 1232451 w 3690334"/>
                  <a:gd name="connsiteY2" fmla="*/ 1624574 h 1880903"/>
                  <a:gd name="connsiteX3" fmla="*/ 1853336 w 3690334"/>
                  <a:gd name="connsiteY3" fmla="*/ 1878348 h 1880903"/>
                  <a:gd name="connsiteX4" fmla="*/ 2482643 w 3690334"/>
                  <a:gd name="connsiteY4" fmla="*/ 1638042 h 1880903"/>
                  <a:gd name="connsiteX5" fmla="*/ 2726675 w 3690334"/>
                  <a:gd name="connsiteY5" fmla="*/ 213325 h 1880903"/>
                  <a:gd name="connsiteX6" fmla="*/ 3690334 w 3690334"/>
                  <a:gd name="connsiteY6" fmla="*/ 4333 h 1880903"/>
                  <a:gd name="connsiteX0" fmla="*/ 0 w 3690334"/>
                  <a:gd name="connsiteY0" fmla="*/ 9329 h 1819438"/>
                  <a:gd name="connsiteX1" fmla="*/ 1014926 w 3690334"/>
                  <a:gd name="connsiteY1" fmla="*/ 210069 h 1819438"/>
                  <a:gd name="connsiteX2" fmla="*/ 1232451 w 3690334"/>
                  <a:gd name="connsiteY2" fmla="*/ 1624574 h 1819438"/>
                  <a:gd name="connsiteX3" fmla="*/ 1858088 w 3690334"/>
                  <a:gd name="connsiteY3" fmla="*/ 1798401 h 1819438"/>
                  <a:gd name="connsiteX4" fmla="*/ 2482643 w 3690334"/>
                  <a:gd name="connsiteY4" fmla="*/ 1638042 h 1819438"/>
                  <a:gd name="connsiteX5" fmla="*/ 2726675 w 3690334"/>
                  <a:gd name="connsiteY5" fmla="*/ 213325 h 1819438"/>
                  <a:gd name="connsiteX6" fmla="*/ 3690334 w 3690334"/>
                  <a:gd name="connsiteY6" fmla="*/ 4333 h 1819438"/>
                  <a:gd name="connsiteX0" fmla="*/ 0 w 3690334"/>
                  <a:gd name="connsiteY0" fmla="*/ 9329 h 1818240"/>
                  <a:gd name="connsiteX1" fmla="*/ 1014926 w 3690334"/>
                  <a:gd name="connsiteY1" fmla="*/ 210069 h 1818240"/>
                  <a:gd name="connsiteX2" fmla="*/ 1232451 w 3690334"/>
                  <a:gd name="connsiteY2" fmla="*/ 1624574 h 1818240"/>
                  <a:gd name="connsiteX3" fmla="*/ 1858088 w 3690334"/>
                  <a:gd name="connsiteY3" fmla="*/ 1798401 h 1818240"/>
                  <a:gd name="connsiteX4" fmla="*/ 2515906 w 3690334"/>
                  <a:gd name="connsiteY4" fmla="*/ 1558095 h 1818240"/>
                  <a:gd name="connsiteX5" fmla="*/ 2726675 w 3690334"/>
                  <a:gd name="connsiteY5" fmla="*/ 213325 h 1818240"/>
                  <a:gd name="connsiteX6" fmla="*/ 3690334 w 3690334"/>
                  <a:gd name="connsiteY6" fmla="*/ 4333 h 1818240"/>
                  <a:gd name="connsiteX0" fmla="*/ 0 w 3690334"/>
                  <a:gd name="connsiteY0" fmla="*/ 9329 h 1799727"/>
                  <a:gd name="connsiteX1" fmla="*/ 1014926 w 3690334"/>
                  <a:gd name="connsiteY1" fmla="*/ 210069 h 1799727"/>
                  <a:gd name="connsiteX2" fmla="*/ 1199189 w 3690334"/>
                  <a:gd name="connsiteY2" fmla="*/ 1544626 h 1799727"/>
                  <a:gd name="connsiteX3" fmla="*/ 1858088 w 3690334"/>
                  <a:gd name="connsiteY3" fmla="*/ 1798401 h 1799727"/>
                  <a:gd name="connsiteX4" fmla="*/ 2515906 w 3690334"/>
                  <a:gd name="connsiteY4" fmla="*/ 1558095 h 1799727"/>
                  <a:gd name="connsiteX5" fmla="*/ 2726675 w 3690334"/>
                  <a:gd name="connsiteY5" fmla="*/ 213325 h 1799727"/>
                  <a:gd name="connsiteX6" fmla="*/ 3690334 w 3690334"/>
                  <a:gd name="connsiteY6" fmla="*/ 4333 h 1799727"/>
                  <a:gd name="connsiteX0" fmla="*/ 0 w 3690334"/>
                  <a:gd name="connsiteY0" fmla="*/ 9329 h 1798918"/>
                  <a:gd name="connsiteX1" fmla="*/ 1014926 w 3690334"/>
                  <a:gd name="connsiteY1" fmla="*/ 210069 h 1798918"/>
                  <a:gd name="connsiteX2" fmla="*/ 1199189 w 3690334"/>
                  <a:gd name="connsiteY2" fmla="*/ 1544626 h 1798918"/>
                  <a:gd name="connsiteX3" fmla="*/ 1858088 w 3690334"/>
                  <a:gd name="connsiteY3" fmla="*/ 1798401 h 1798918"/>
                  <a:gd name="connsiteX4" fmla="*/ 2525409 w 3690334"/>
                  <a:gd name="connsiteY4" fmla="*/ 1533111 h 1798918"/>
                  <a:gd name="connsiteX5" fmla="*/ 2726675 w 3690334"/>
                  <a:gd name="connsiteY5" fmla="*/ 213325 h 1798918"/>
                  <a:gd name="connsiteX6" fmla="*/ 3690334 w 3690334"/>
                  <a:gd name="connsiteY6" fmla="*/ 4333 h 1798918"/>
                  <a:gd name="connsiteX0" fmla="*/ 0 w 3690334"/>
                  <a:gd name="connsiteY0" fmla="*/ 9329 h 1798668"/>
                  <a:gd name="connsiteX1" fmla="*/ 1014926 w 3690334"/>
                  <a:gd name="connsiteY1" fmla="*/ 210069 h 1798668"/>
                  <a:gd name="connsiteX2" fmla="*/ 1199189 w 3690334"/>
                  <a:gd name="connsiteY2" fmla="*/ 1544626 h 1798668"/>
                  <a:gd name="connsiteX3" fmla="*/ 1858088 w 3690334"/>
                  <a:gd name="connsiteY3" fmla="*/ 1798401 h 1798668"/>
                  <a:gd name="connsiteX4" fmla="*/ 2525409 w 3690334"/>
                  <a:gd name="connsiteY4" fmla="*/ 1548101 h 1798668"/>
                  <a:gd name="connsiteX5" fmla="*/ 2726675 w 3690334"/>
                  <a:gd name="connsiteY5" fmla="*/ 213325 h 1798668"/>
                  <a:gd name="connsiteX6" fmla="*/ 3690334 w 3690334"/>
                  <a:gd name="connsiteY6" fmla="*/ 4333 h 1798668"/>
                  <a:gd name="connsiteX0" fmla="*/ 0 w 2726675"/>
                  <a:gd name="connsiteY0" fmla="*/ 7869 h 1797208"/>
                  <a:gd name="connsiteX1" fmla="*/ 1014926 w 2726675"/>
                  <a:gd name="connsiteY1" fmla="*/ 208609 h 1797208"/>
                  <a:gd name="connsiteX2" fmla="*/ 1199189 w 2726675"/>
                  <a:gd name="connsiteY2" fmla="*/ 1543166 h 1797208"/>
                  <a:gd name="connsiteX3" fmla="*/ 1858088 w 2726675"/>
                  <a:gd name="connsiteY3" fmla="*/ 1796941 h 1797208"/>
                  <a:gd name="connsiteX4" fmla="*/ 2525409 w 2726675"/>
                  <a:gd name="connsiteY4" fmla="*/ 1546641 h 1797208"/>
                  <a:gd name="connsiteX5" fmla="*/ 2726675 w 2726675"/>
                  <a:gd name="connsiteY5" fmla="*/ 211865 h 1797208"/>
                  <a:gd name="connsiteX0" fmla="*/ 0 w 2525409"/>
                  <a:gd name="connsiteY0" fmla="*/ 7869 h 1797208"/>
                  <a:gd name="connsiteX1" fmla="*/ 1014926 w 2525409"/>
                  <a:gd name="connsiteY1" fmla="*/ 208609 h 1797208"/>
                  <a:gd name="connsiteX2" fmla="*/ 1199189 w 2525409"/>
                  <a:gd name="connsiteY2" fmla="*/ 1543166 h 1797208"/>
                  <a:gd name="connsiteX3" fmla="*/ 1858088 w 2525409"/>
                  <a:gd name="connsiteY3" fmla="*/ 1796941 h 1797208"/>
                  <a:gd name="connsiteX4" fmla="*/ 2525409 w 2525409"/>
                  <a:gd name="connsiteY4" fmla="*/ 1546641 h 1797208"/>
                  <a:gd name="connsiteX0" fmla="*/ 0 w 1858088"/>
                  <a:gd name="connsiteY0" fmla="*/ 7869 h 1796941"/>
                  <a:gd name="connsiteX1" fmla="*/ 1014926 w 1858088"/>
                  <a:gd name="connsiteY1" fmla="*/ 208609 h 1796941"/>
                  <a:gd name="connsiteX2" fmla="*/ 1199189 w 1858088"/>
                  <a:gd name="connsiteY2" fmla="*/ 1543166 h 1796941"/>
                  <a:gd name="connsiteX3" fmla="*/ 1858088 w 1858088"/>
                  <a:gd name="connsiteY3" fmla="*/ 1796941 h 1796941"/>
                  <a:gd name="connsiteX0" fmla="*/ 0 w 1858088"/>
                  <a:gd name="connsiteY0" fmla="*/ 0 h 1789072"/>
                  <a:gd name="connsiteX1" fmla="*/ 935955 w 1858088"/>
                  <a:gd name="connsiteY1" fmla="*/ 64305 h 1789072"/>
                  <a:gd name="connsiteX2" fmla="*/ 1014926 w 1858088"/>
                  <a:gd name="connsiteY2" fmla="*/ 200740 h 1789072"/>
                  <a:gd name="connsiteX3" fmla="*/ 1199189 w 1858088"/>
                  <a:gd name="connsiteY3" fmla="*/ 1535297 h 1789072"/>
                  <a:gd name="connsiteX4" fmla="*/ 1858088 w 1858088"/>
                  <a:gd name="connsiteY4" fmla="*/ 1789072 h 1789072"/>
                  <a:gd name="connsiteX0" fmla="*/ 0 w 1858088"/>
                  <a:gd name="connsiteY0" fmla="*/ 0 h 1789072"/>
                  <a:gd name="connsiteX1" fmla="*/ 796496 w 1858088"/>
                  <a:gd name="connsiteY1" fmla="*/ 47051 h 1789072"/>
                  <a:gd name="connsiteX2" fmla="*/ 935955 w 1858088"/>
                  <a:gd name="connsiteY2" fmla="*/ 64305 h 1789072"/>
                  <a:gd name="connsiteX3" fmla="*/ 1014926 w 1858088"/>
                  <a:gd name="connsiteY3" fmla="*/ 200740 h 1789072"/>
                  <a:gd name="connsiteX4" fmla="*/ 1199189 w 1858088"/>
                  <a:gd name="connsiteY4" fmla="*/ 1535297 h 1789072"/>
                  <a:gd name="connsiteX5" fmla="*/ 1858088 w 1858088"/>
                  <a:gd name="connsiteY5" fmla="*/ 1789072 h 1789072"/>
                  <a:gd name="connsiteX0" fmla="*/ 0 w 1858088"/>
                  <a:gd name="connsiteY0" fmla="*/ 0 h 1789072"/>
                  <a:gd name="connsiteX1" fmla="*/ 796496 w 1858088"/>
                  <a:gd name="connsiteY1" fmla="*/ 16858 h 1789072"/>
                  <a:gd name="connsiteX2" fmla="*/ 935955 w 1858088"/>
                  <a:gd name="connsiteY2" fmla="*/ 64305 h 1789072"/>
                  <a:gd name="connsiteX3" fmla="*/ 1014926 w 1858088"/>
                  <a:gd name="connsiteY3" fmla="*/ 200740 h 1789072"/>
                  <a:gd name="connsiteX4" fmla="*/ 1199189 w 1858088"/>
                  <a:gd name="connsiteY4" fmla="*/ 1535297 h 1789072"/>
                  <a:gd name="connsiteX5" fmla="*/ 1858088 w 1858088"/>
                  <a:gd name="connsiteY5" fmla="*/ 1789072 h 1789072"/>
                  <a:gd name="connsiteX0" fmla="*/ 0 w 1858088"/>
                  <a:gd name="connsiteY0" fmla="*/ 0 h 1789072"/>
                  <a:gd name="connsiteX1" fmla="*/ 796496 w 1858088"/>
                  <a:gd name="connsiteY1" fmla="*/ 16858 h 1789072"/>
                  <a:gd name="connsiteX2" fmla="*/ 972870 w 1858088"/>
                  <a:gd name="connsiteY2" fmla="*/ 51365 h 1789072"/>
                  <a:gd name="connsiteX3" fmla="*/ 1014926 w 1858088"/>
                  <a:gd name="connsiteY3" fmla="*/ 200740 h 1789072"/>
                  <a:gd name="connsiteX4" fmla="*/ 1199189 w 1858088"/>
                  <a:gd name="connsiteY4" fmla="*/ 1535297 h 1789072"/>
                  <a:gd name="connsiteX5" fmla="*/ 1858088 w 1858088"/>
                  <a:gd name="connsiteY5" fmla="*/ 1789072 h 1789072"/>
                  <a:gd name="connsiteX0" fmla="*/ 0 w 1858088"/>
                  <a:gd name="connsiteY0" fmla="*/ 0 h 1789072"/>
                  <a:gd name="connsiteX1" fmla="*/ 796496 w 1858088"/>
                  <a:gd name="connsiteY1" fmla="*/ 16858 h 1789072"/>
                  <a:gd name="connsiteX2" fmla="*/ 972870 w 1858088"/>
                  <a:gd name="connsiteY2" fmla="*/ 51365 h 1789072"/>
                  <a:gd name="connsiteX3" fmla="*/ 1014926 w 1858088"/>
                  <a:gd name="connsiteY3" fmla="*/ 200740 h 1789072"/>
                  <a:gd name="connsiteX4" fmla="*/ 1199189 w 1858088"/>
                  <a:gd name="connsiteY4" fmla="*/ 1535297 h 1789072"/>
                  <a:gd name="connsiteX5" fmla="*/ 1858088 w 1858088"/>
                  <a:gd name="connsiteY5" fmla="*/ 1789072 h 1789072"/>
                  <a:gd name="connsiteX0" fmla="*/ 0 w 1858088"/>
                  <a:gd name="connsiteY0" fmla="*/ 0 h 1789072"/>
                  <a:gd name="connsiteX1" fmla="*/ 796496 w 1858088"/>
                  <a:gd name="connsiteY1" fmla="*/ 16858 h 1789072"/>
                  <a:gd name="connsiteX2" fmla="*/ 1014926 w 1858088"/>
                  <a:gd name="connsiteY2" fmla="*/ 200740 h 1789072"/>
                  <a:gd name="connsiteX3" fmla="*/ 1199189 w 1858088"/>
                  <a:gd name="connsiteY3" fmla="*/ 1535297 h 1789072"/>
                  <a:gd name="connsiteX4" fmla="*/ 1858088 w 1858088"/>
                  <a:gd name="connsiteY4" fmla="*/ 1789072 h 1789072"/>
                  <a:gd name="connsiteX0" fmla="*/ 0 w 1858088"/>
                  <a:gd name="connsiteY0" fmla="*/ 0 h 1789072"/>
                  <a:gd name="connsiteX1" fmla="*/ 796496 w 1858088"/>
                  <a:gd name="connsiteY1" fmla="*/ 16858 h 1789072"/>
                  <a:gd name="connsiteX2" fmla="*/ 1014926 w 1858088"/>
                  <a:gd name="connsiteY2" fmla="*/ 200740 h 1789072"/>
                  <a:gd name="connsiteX3" fmla="*/ 1199189 w 1858088"/>
                  <a:gd name="connsiteY3" fmla="*/ 1535297 h 1789072"/>
                  <a:gd name="connsiteX4" fmla="*/ 1858088 w 1858088"/>
                  <a:gd name="connsiteY4" fmla="*/ 1789072 h 1789072"/>
                  <a:gd name="connsiteX0" fmla="*/ 0 w 1858088"/>
                  <a:gd name="connsiteY0" fmla="*/ 0 h 1789072"/>
                  <a:gd name="connsiteX1" fmla="*/ 1014926 w 1858088"/>
                  <a:gd name="connsiteY1" fmla="*/ 200740 h 1789072"/>
                  <a:gd name="connsiteX2" fmla="*/ 1199189 w 1858088"/>
                  <a:gd name="connsiteY2" fmla="*/ 1535297 h 1789072"/>
                  <a:gd name="connsiteX3" fmla="*/ 1858088 w 1858088"/>
                  <a:gd name="connsiteY3" fmla="*/ 1789072 h 1789072"/>
                  <a:gd name="connsiteX0" fmla="*/ 0 w 1858088"/>
                  <a:gd name="connsiteY0" fmla="*/ 0 h 1790959"/>
                  <a:gd name="connsiteX1" fmla="*/ 965706 w 1858088"/>
                  <a:gd name="connsiteY1" fmla="*/ 10959 h 1790959"/>
                  <a:gd name="connsiteX2" fmla="*/ 1199189 w 1858088"/>
                  <a:gd name="connsiteY2" fmla="*/ 1535297 h 1790959"/>
                  <a:gd name="connsiteX3" fmla="*/ 1858088 w 1858088"/>
                  <a:gd name="connsiteY3" fmla="*/ 1789072 h 1790959"/>
                  <a:gd name="connsiteX0" fmla="*/ 0 w 1858088"/>
                  <a:gd name="connsiteY0" fmla="*/ 0 h 1790959"/>
                  <a:gd name="connsiteX1" fmla="*/ 965706 w 1858088"/>
                  <a:gd name="connsiteY1" fmla="*/ 10959 h 1790959"/>
                  <a:gd name="connsiteX2" fmla="*/ 1199189 w 1858088"/>
                  <a:gd name="connsiteY2" fmla="*/ 1535297 h 1790959"/>
                  <a:gd name="connsiteX3" fmla="*/ 1858088 w 1858088"/>
                  <a:gd name="connsiteY3" fmla="*/ 1789072 h 1790959"/>
                  <a:gd name="connsiteX0" fmla="*/ 0 w 1858088"/>
                  <a:gd name="connsiteY0" fmla="*/ 0 h 1790959"/>
                  <a:gd name="connsiteX1" fmla="*/ 965706 w 1858088"/>
                  <a:gd name="connsiteY1" fmla="*/ 10959 h 1790959"/>
                  <a:gd name="connsiteX2" fmla="*/ 1199189 w 1858088"/>
                  <a:gd name="connsiteY2" fmla="*/ 1535297 h 1790959"/>
                  <a:gd name="connsiteX3" fmla="*/ 1858088 w 1858088"/>
                  <a:gd name="connsiteY3" fmla="*/ 1789072 h 1790959"/>
                  <a:gd name="connsiteX0" fmla="*/ 0 w 1858088"/>
                  <a:gd name="connsiteY0" fmla="*/ 0 h 1790959"/>
                  <a:gd name="connsiteX1" fmla="*/ 965706 w 1858088"/>
                  <a:gd name="connsiteY1" fmla="*/ 10959 h 1790959"/>
                  <a:gd name="connsiteX2" fmla="*/ 1199189 w 1858088"/>
                  <a:gd name="connsiteY2" fmla="*/ 1535297 h 1790959"/>
                  <a:gd name="connsiteX3" fmla="*/ 1858088 w 1858088"/>
                  <a:gd name="connsiteY3" fmla="*/ 1789072 h 1790959"/>
                  <a:gd name="connsiteX0" fmla="*/ 0 w 1858088"/>
                  <a:gd name="connsiteY0" fmla="*/ 0 h 1794903"/>
                  <a:gd name="connsiteX1" fmla="*/ 965706 w 1858088"/>
                  <a:gd name="connsiteY1" fmla="*/ 10959 h 1794903"/>
                  <a:gd name="connsiteX2" fmla="*/ 1199189 w 1858088"/>
                  <a:gd name="connsiteY2" fmla="*/ 1535297 h 1794903"/>
                  <a:gd name="connsiteX3" fmla="*/ 1858088 w 1858088"/>
                  <a:gd name="connsiteY3" fmla="*/ 1789072 h 1794903"/>
                  <a:gd name="connsiteX0" fmla="*/ 0 w 1853986"/>
                  <a:gd name="connsiteY0" fmla="*/ 0 h 1806841"/>
                  <a:gd name="connsiteX1" fmla="*/ 965706 w 1853986"/>
                  <a:gd name="connsiteY1" fmla="*/ 10959 h 1806841"/>
                  <a:gd name="connsiteX2" fmla="*/ 1199189 w 1853986"/>
                  <a:gd name="connsiteY2" fmla="*/ 1535297 h 1806841"/>
                  <a:gd name="connsiteX3" fmla="*/ 1853986 w 1853986"/>
                  <a:gd name="connsiteY3" fmla="*/ 1806325 h 1806841"/>
                  <a:gd name="connsiteX0" fmla="*/ 0 w 1853986"/>
                  <a:gd name="connsiteY0" fmla="*/ 0 h 1819312"/>
                  <a:gd name="connsiteX1" fmla="*/ 965706 w 1853986"/>
                  <a:gd name="connsiteY1" fmla="*/ 10959 h 1819312"/>
                  <a:gd name="connsiteX2" fmla="*/ 1199189 w 1853986"/>
                  <a:gd name="connsiteY2" fmla="*/ 1535297 h 1819312"/>
                  <a:gd name="connsiteX3" fmla="*/ 1853986 w 1853986"/>
                  <a:gd name="connsiteY3" fmla="*/ 1819264 h 18193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853986" h="1819312">
                    <a:moveTo>
                      <a:pt x="0" y="0"/>
                    </a:moveTo>
                    <a:lnTo>
                      <a:pt x="965706" y="10959"/>
                    </a:lnTo>
                    <a:cubicBezTo>
                      <a:pt x="1020807" y="301051"/>
                      <a:pt x="1051142" y="1233913"/>
                      <a:pt x="1199189" y="1535297"/>
                    </a:cubicBezTo>
                    <a:cubicBezTo>
                      <a:pt x="1347236" y="1836681"/>
                      <a:pt x="1632949" y="1818685"/>
                      <a:pt x="1853986" y="1819264"/>
                    </a:cubicBezTo>
                  </a:path>
                </a:pathLst>
              </a:custGeom>
              <a:noFill/>
              <a:ln w="12382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1" name="Freeform 10">
                <a:extLst>
                  <a:ext uri="{FF2B5EF4-FFF2-40B4-BE49-F238E27FC236}">
                    <a16:creationId xmlns:a16="http://schemas.microsoft.com/office/drawing/2014/main" id="{B972C4EA-6529-FA5A-6221-FA501A094130}"/>
                  </a:ext>
                </a:extLst>
              </p:cNvPr>
              <p:cNvSpPr/>
              <p:nvPr/>
            </p:nvSpPr>
            <p:spPr>
              <a:xfrm flipH="1">
                <a:off x="5292750" y="2532248"/>
                <a:ext cx="1949562" cy="1819312"/>
              </a:xfrm>
              <a:custGeom>
                <a:avLst/>
                <a:gdLst>
                  <a:gd name="connsiteX0" fmla="*/ 0 w 5009321"/>
                  <a:gd name="connsiteY0" fmla="*/ 312756 h 1821094"/>
                  <a:gd name="connsiteX1" fmla="*/ 1364974 w 5009321"/>
                  <a:gd name="connsiteY1" fmla="*/ 273000 h 1821094"/>
                  <a:gd name="connsiteX2" fmla="*/ 1630017 w 5009321"/>
                  <a:gd name="connsiteY2" fmla="*/ 1571713 h 1821094"/>
                  <a:gd name="connsiteX3" fmla="*/ 2372139 w 5009321"/>
                  <a:gd name="connsiteY3" fmla="*/ 1717487 h 1821094"/>
                  <a:gd name="connsiteX4" fmla="*/ 2849217 w 5009321"/>
                  <a:gd name="connsiteY4" fmla="*/ 1690982 h 1821094"/>
                  <a:gd name="connsiteX5" fmla="*/ 3114261 w 5009321"/>
                  <a:gd name="connsiteY5" fmla="*/ 127226 h 1821094"/>
                  <a:gd name="connsiteX6" fmla="*/ 4691269 w 5009321"/>
                  <a:gd name="connsiteY6" fmla="*/ 87469 h 1821094"/>
                  <a:gd name="connsiteX7" fmla="*/ 5009321 w 5009321"/>
                  <a:gd name="connsiteY7" fmla="*/ 60965 h 1821094"/>
                  <a:gd name="connsiteX0" fmla="*/ 0 w 5261112"/>
                  <a:gd name="connsiteY0" fmla="*/ 100721 h 1821094"/>
                  <a:gd name="connsiteX1" fmla="*/ 1616765 w 5261112"/>
                  <a:gd name="connsiteY1" fmla="*/ 273000 h 1821094"/>
                  <a:gd name="connsiteX2" fmla="*/ 1881808 w 5261112"/>
                  <a:gd name="connsiteY2" fmla="*/ 1571713 h 1821094"/>
                  <a:gd name="connsiteX3" fmla="*/ 2623930 w 5261112"/>
                  <a:gd name="connsiteY3" fmla="*/ 1717487 h 1821094"/>
                  <a:gd name="connsiteX4" fmla="*/ 3101008 w 5261112"/>
                  <a:gd name="connsiteY4" fmla="*/ 1690982 h 1821094"/>
                  <a:gd name="connsiteX5" fmla="*/ 3366052 w 5261112"/>
                  <a:gd name="connsiteY5" fmla="*/ 127226 h 1821094"/>
                  <a:gd name="connsiteX6" fmla="*/ 4943060 w 5261112"/>
                  <a:gd name="connsiteY6" fmla="*/ 87469 h 1821094"/>
                  <a:gd name="connsiteX7" fmla="*/ 5261112 w 5261112"/>
                  <a:gd name="connsiteY7" fmla="*/ 60965 h 1821094"/>
                  <a:gd name="connsiteX0" fmla="*/ 0 w 5261112"/>
                  <a:gd name="connsiteY0" fmla="*/ 100721 h 1821094"/>
                  <a:gd name="connsiteX1" fmla="*/ 1616765 w 5261112"/>
                  <a:gd name="connsiteY1" fmla="*/ 273000 h 1821094"/>
                  <a:gd name="connsiteX2" fmla="*/ 1881808 w 5261112"/>
                  <a:gd name="connsiteY2" fmla="*/ 1571713 h 1821094"/>
                  <a:gd name="connsiteX3" fmla="*/ 2623930 w 5261112"/>
                  <a:gd name="connsiteY3" fmla="*/ 1717487 h 1821094"/>
                  <a:gd name="connsiteX4" fmla="*/ 3101008 w 5261112"/>
                  <a:gd name="connsiteY4" fmla="*/ 1690982 h 1821094"/>
                  <a:gd name="connsiteX5" fmla="*/ 3366052 w 5261112"/>
                  <a:gd name="connsiteY5" fmla="*/ 127226 h 1821094"/>
                  <a:gd name="connsiteX6" fmla="*/ 4943060 w 5261112"/>
                  <a:gd name="connsiteY6" fmla="*/ 87469 h 1821094"/>
                  <a:gd name="connsiteX7" fmla="*/ 5261112 w 5261112"/>
                  <a:gd name="connsiteY7" fmla="*/ 60965 h 1821094"/>
                  <a:gd name="connsiteX0" fmla="*/ 0 w 5261112"/>
                  <a:gd name="connsiteY0" fmla="*/ 100721 h 1821094"/>
                  <a:gd name="connsiteX1" fmla="*/ 1616765 w 5261112"/>
                  <a:gd name="connsiteY1" fmla="*/ 273000 h 1821094"/>
                  <a:gd name="connsiteX2" fmla="*/ 1881808 w 5261112"/>
                  <a:gd name="connsiteY2" fmla="*/ 1571713 h 1821094"/>
                  <a:gd name="connsiteX3" fmla="*/ 2623930 w 5261112"/>
                  <a:gd name="connsiteY3" fmla="*/ 1717487 h 1821094"/>
                  <a:gd name="connsiteX4" fmla="*/ 3101008 w 5261112"/>
                  <a:gd name="connsiteY4" fmla="*/ 1690982 h 1821094"/>
                  <a:gd name="connsiteX5" fmla="*/ 3366052 w 5261112"/>
                  <a:gd name="connsiteY5" fmla="*/ 127226 h 1821094"/>
                  <a:gd name="connsiteX6" fmla="*/ 4943060 w 5261112"/>
                  <a:gd name="connsiteY6" fmla="*/ 87469 h 1821094"/>
                  <a:gd name="connsiteX7" fmla="*/ 5261112 w 5261112"/>
                  <a:gd name="connsiteY7" fmla="*/ 60965 h 1821094"/>
                  <a:gd name="connsiteX0" fmla="*/ 0 w 5261112"/>
                  <a:gd name="connsiteY0" fmla="*/ 100721 h 1821094"/>
                  <a:gd name="connsiteX1" fmla="*/ 1616765 w 5261112"/>
                  <a:gd name="connsiteY1" fmla="*/ 127227 h 1821094"/>
                  <a:gd name="connsiteX2" fmla="*/ 1881808 w 5261112"/>
                  <a:gd name="connsiteY2" fmla="*/ 1571713 h 1821094"/>
                  <a:gd name="connsiteX3" fmla="*/ 2623930 w 5261112"/>
                  <a:gd name="connsiteY3" fmla="*/ 1717487 h 1821094"/>
                  <a:gd name="connsiteX4" fmla="*/ 3101008 w 5261112"/>
                  <a:gd name="connsiteY4" fmla="*/ 1690982 h 1821094"/>
                  <a:gd name="connsiteX5" fmla="*/ 3366052 w 5261112"/>
                  <a:gd name="connsiteY5" fmla="*/ 127226 h 1821094"/>
                  <a:gd name="connsiteX6" fmla="*/ 4943060 w 5261112"/>
                  <a:gd name="connsiteY6" fmla="*/ 87469 h 1821094"/>
                  <a:gd name="connsiteX7" fmla="*/ 5261112 w 5261112"/>
                  <a:gd name="connsiteY7" fmla="*/ 60965 h 1821094"/>
                  <a:gd name="connsiteX0" fmla="*/ 0 w 5261112"/>
                  <a:gd name="connsiteY0" fmla="*/ 100721 h 1821094"/>
                  <a:gd name="connsiteX1" fmla="*/ 1616765 w 5261112"/>
                  <a:gd name="connsiteY1" fmla="*/ 127227 h 1821094"/>
                  <a:gd name="connsiteX2" fmla="*/ 1881808 w 5261112"/>
                  <a:gd name="connsiteY2" fmla="*/ 1571713 h 1821094"/>
                  <a:gd name="connsiteX3" fmla="*/ 2623930 w 5261112"/>
                  <a:gd name="connsiteY3" fmla="*/ 1717487 h 1821094"/>
                  <a:gd name="connsiteX4" fmla="*/ 3101008 w 5261112"/>
                  <a:gd name="connsiteY4" fmla="*/ 1690982 h 1821094"/>
                  <a:gd name="connsiteX5" fmla="*/ 3366052 w 5261112"/>
                  <a:gd name="connsiteY5" fmla="*/ 127226 h 1821094"/>
                  <a:gd name="connsiteX6" fmla="*/ 4943060 w 5261112"/>
                  <a:gd name="connsiteY6" fmla="*/ 87469 h 1821094"/>
                  <a:gd name="connsiteX7" fmla="*/ 5261112 w 5261112"/>
                  <a:gd name="connsiteY7" fmla="*/ 60965 h 1821094"/>
                  <a:gd name="connsiteX0" fmla="*/ 0 w 5261112"/>
                  <a:gd name="connsiteY0" fmla="*/ 109720 h 1830093"/>
                  <a:gd name="connsiteX1" fmla="*/ 1616765 w 5261112"/>
                  <a:gd name="connsiteY1" fmla="*/ 136226 h 1830093"/>
                  <a:gd name="connsiteX2" fmla="*/ 1881808 w 5261112"/>
                  <a:gd name="connsiteY2" fmla="*/ 1580712 h 1830093"/>
                  <a:gd name="connsiteX3" fmla="*/ 2623930 w 5261112"/>
                  <a:gd name="connsiteY3" fmla="*/ 1726486 h 1830093"/>
                  <a:gd name="connsiteX4" fmla="*/ 3101008 w 5261112"/>
                  <a:gd name="connsiteY4" fmla="*/ 1699981 h 1830093"/>
                  <a:gd name="connsiteX5" fmla="*/ 3366052 w 5261112"/>
                  <a:gd name="connsiteY5" fmla="*/ 136225 h 1830093"/>
                  <a:gd name="connsiteX6" fmla="*/ 4943060 w 5261112"/>
                  <a:gd name="connsiteY6" fmla="*/ 96468 h 1830093"/>
                  <a:gd name="connsiteX7" fmla="*/ 5261112 w 5261112"/>
                  <a:gd name="connsiteY7" fmla="*/ 69964 h 1830093"/>
                  <a:gd name="connsiteX0" fmla="*/ 0 w 5261112"/>
                  <a:gd name="connsiteY0" fmla="*/ 100722 h 1821095"/>
                  <a:gd name="connsiteX1" fmla="*/ 1616765 w 5261112"/>
                  <a:gd name="connsiteY1" fmla="*/ 127228 h 1821095"/>
                  <a:gd name="connsiteX2" fmla="*/ 1881808 w 5261112"/>
                  <a:gd name="connsiteY2" fmla="*/ 1571714 h 1821095"/>
                  <a:gd name="connsiteX3" fmla="*/ 2623930 w 5261112"/>
                  <a:gd name="connsiteY3" fmla="*/ 1717488 h 1821095"/>
                  <a:gd name="connsiteX4" fmla="*/ 3101008 w 5261112"/>
                  <a:gd name="connsiteY4" fmla="*/ 1690983 h 1821095"/>
                  <a:gd name="connsiteX5" fmla="*/ 3366052 w 5261112"/>
                  <a:gd name="connsiteY5" fmla="*/ 127227 h 1821095"/>
                  <a:gd name="connsiteX6" fmla="*/ 4943060 w 5261112"/>
                  <a:gd name="connsiteY6" fmla="*/ 87470 h 1821095"/>
                  <a:gd name="connsiteX7" fmla="*/ 5261112 w 5261112"/>
                  <a:gd name="connsiteY7" fmla="*/ 60966 h 1821095"/>
                  <a:gd name="connsiteX0" fmla="*/ 0 w 5261112"/>
                  <a:gd name="connsiteY0" fmla="*/ 100722 h 1821095"/>
                  <a:gd name="connsiteX1" fmla="*/ 1616765 w 5261112"/>
                  <a:gd name="connsiteY1" fmla="*/ 127228 h 1821095"/>
                  <a:gd name="connsiteX2" fmla="*/ 1881808 w 5261112"/>
                  <a:gd name="connsiteY2" fmla="*/ 1571714 h 1821095"/>
                  <a:gd name="connsiteX3" fmla="*/ 2623930 w 5261112"/>
                  <a:gd name="connsiteY3" fmla="*/ 1717488 h 1821095"/>
                  <a:gd name="connsiteX4" fmla="*/ 3101008 w 5261112"/>
                  <a:gd name="connsiteY4" fmla="*/ 1690983 h 1821095"/>
                  <a:gd name="connsiteX5" fmla="*/ 3366052 w 5261112"/>
                  <a:gd name="connsiteY5" fmla="*/ 127227 h 1821095"/>
                  <a:gd name="connsiteX6" fmla="*/ 4943060 w 5261112"/>
                  <a:gd name="connsiteY6" fmla="*/ 87470 h 1821095"/>
                  <a:gd name="connsiteX7" fmla="*/ 5261112 w 5261112"/>
                  <a:gd name="connsiteY7" fmla="*/ 60966 h 1821095"/>
                  <a:gd name="connsiteX0" fmla="*/ 0 w 5261112"/>
                  <a:gd name="connsiteY0" fmla="*/ 98115 h 1744263"/>
                  <a:gd name="connsiteX1" fmla="*/ 1616765 w 5261112"/>
                  <a:gd name="connsiteY1" fmla="*/ 124621 h 1744263"/>
                  <a:gd name="connsiteX2" fmla="*/ 1881808 w 5261112"/>
                  <a:gd name="connsiteY2" fmla="*/ 1569107 h 1744263"/>
                  <a:gd name="connsiteX3" fmla="*/ 2623930 w 5261112"/>
                  <a:gd name="connsiteY3" fmla="*/ 1714881 h 1744263"/>
                  <a:gd name="connsiteX4" fmla="*/ 3101008 w 5261112"/>
                  <a:gd name="connsiteY4" fmla="*/ 1529350 h 1744263"/>
                  <a:gd name="connsiteX5" fmla="*/ 3366052 w 5261112"/>
                  <a:gd name="connsiteY5" fmla="*/ 124620 h 1744263"/>
                  <a:gd name="connsiteX6" fmla="*/ 4943060 w 5261112"/>
                  <a:gd name="connsiteY6" fmla="*/ 84863 h 1744263"/>
                  <a:gd name="connsiteX7" fmla="*/ 5261112 w 5261112"/>
                  <a:gd name="connsiteY7" fmla="*/ 58359 h 1744263"/>
                  <a:gd name="connsiteX0" fmla="*/ 0 w 5261112"/>
                  <a:gd name="connsiteY0" fmla="*/ 98115 h 1739047"/>
                  <a:gd name="connsiteX1" fmla="*/ 1616765 w 5261112"/>
                  <a:gd name="connsiteY1" fmla="*/ 124621 h 1739047"/>
                  <a:gd name="connsiteX2" fmla="*/ 1881808 w 5261112"/>
                  <a:gd name="connsiteY2" fmla="*/ 1569107 h 1739047"/>
                  <a:gd name="connsiteX3" fmla="*/ 2623930 w 5261112"/>
                  <a:gd name="connsiteY3" fmla="*/ 1714881 h 1739047"/>
                  <a:gd name="connsiteX4" fmla="*/ 3101008 w 5261112"/>
                  <a:gd name="connsiteY4" fmla="*/ 1529350 h 1739047"/>
                  <a:gd name="connsiteX5" fmla="*/ 3366052 w 5261112"/>
                  <a:gd name="connsiteY5" fmla="*/ 124620 h 1739047"/>
                  <a:gd name="connsiteX6" fmla="*/ 4943060 w 5261112"/>
                  <a:gd name="connsiteY6" fmla="*/ 84863 h 1739047"/>
                  <a:gd name="connsiteX7" fmla="*/ 5261112 w 5261112"/>
                  <a:gd name="connsiteY7" fmla="*/ 58359 h 1739047"/>
                  <a:gd name="connsiteX0" fmla="*/ 0 w 5261112"/>
                  <a:gd name="connsiteY0" fmla="*/ 98115 h 1744263"/>
                  <a:gd name="connsiteX1" fmla="*/ 1616765 w 5261112"/>
                  <a:gd name="connsiteY1" fmla="*/ 124621 h 1744263"/>
                  <a:gd name="connsiteX2" fmla="*/ 1881808 w 5261112"/>
                  <a:gd name="connsiteY2" fmla="*/ 1569107 h 1744263"/>
                  <a:gd name="connsiteX3" fmla="*/ 2623930 w 5261112"/>
                  <a:gd name="connsiteY3" fmla="*/ 1714881 h 1744263"/>
                  <a:gd name="connsiteX4" fmla="*/ 3101008 w 5261112"/>
                  <a:gd name="connsiteY4" fmla="*/ 1529350 h 1744263"/>
                  <a:gd name="connsiteX5" fmla="*/ 3366052 w 5261112"/>
                  <a:gd name="connsiteY5" fmla="*/ 124620 h 1744263"/>
                  <a:gd name="connsiteX6" fmla="*/ 4943060 w 5261112"/>
                  <a:gd name="connsiteY6" fmla="*/ 84863 h 1744263"/>
                  <a:gd name="connsiteX7" fmla="*/ 5261112 w 5261112"/>
                  <a:gd name="connsiteY7" fmla="*/ 58359 h 1744263"/>
                  <a:gd name="connsiteX0" fmla="*/ 0 w 5261112"/>
                  <a:gd name="connsiteY0" fmla="*/ 98115 h 1743386"/>
                  <a:gd name="connsiteX1" fmla="*/ 1616765 w 5261112"/>
                  <a:gd name="connsiteY1" fmla="*/ 124621 h 1743386"/>
                  <a:gd name="connsiteX2" fmla="*/ 1881808 w 5261112"/>
                  <a:gd name="connsiteY2" fmla="*/ 1569107 h 1743386"/>
                  <a:gd name="connsiteX3" fmla="*/ 2623930 w 5261112"/>
                  <a:gd name="connsiteY3" fmla="*/ 1714881 h 1743386"/>
                  <a:gd name="connsiteX4" fmla="*/ 3193773 w 5261112"/>
                  <a:gd name="connsiteY4" fmla="*/ 1542602 h 1743386"/>
                  <a:gd name="connsiteX5" fmla="*/ 3366052 w 5261112"/>
                  <a:gd name="connsiteY5" fmla="*/ 124620 h 1743386"/>
                  <a:gd name="connsiteX6" fmla="*/ 4943060 w 5261112"/>
                  <a:gd name="connsiteY6" fmla="*/ 84863 h 1743386"/>
                  <a:gd name="connsiteX7" fmla="*/ 5261112 w 5261112"/>
                  <a:gd name="connsiteY7" fmla="*/ 58359 h 1743386"/>
                  <a:gd name="connsiteX0" fmla="*/ 0 w 5261112"/>
                  <a:gd name="connsiteY0" fmla="*/ 98115 h 1735222"/>
                  <a:gd name="connsiteX1" fmla="*/ 1616765 w 5261112"/>
                  <a:gd name="connsiteY1" fmla="*/ 124621 h 1735222"/>
                  <a:gd name="connsiteX2" fmla="*/ 1881808 w 5261112"/>
                  <a:gd name="connsiteY2" fmla="*/ 1569107 h 1735222"/>
                  <a:gd name="connsiteX3" fmla="*/ 3193773 w 5261112"/>
                  <a:gd name="connsiteY3" fmla="*/ 1542602 h 1735222"/>
                  <a:gd name="connsiteX4" fmla="*/ 3366052 w 5261112"/>
                  <a:gd name="connsiteY4" fmla="*/ 124620 h 1735222"/>
                  <a:gd name="connsiteX5" fmla="*/ 4943060 w 5261112"/>
                  <a:gd name="connsiteY5" fmla="*/ 84863 h 1735222"/>
                  <a:gd name="connsiteX6" fmla="*/ 5261112 w 5261112"/>
                  <a:gd name="connsiteY6" fmla="*/ 58359 h 1735222"/>
                  <a:gd name="connsiteX0" fmla="*/ 0 w 5261112"/>
                  <a:gd name="connsiteY0" fmla="*/ 98115 h 1734438"/>
                  <a:gd name="connsiteX1" fmla="*/ 1616765 w 5261112"/>
                  <a:gd name="connsiteY1" fmla="*/ 124621 h 1734438"/>
                  <a:gd name="connsiteX2" fmla="*/ 1881808 w 5261112"/>
                  <a:gd name="connsiteY2" fmla="*/ 1569107 h 1734438"/>
                  <a:gd name="connsiteX3" fmla="*/ 3193773 w 5261112"/>
                  <a:gd name="connsiteY3" fmla="*/ 1542602 h 1734438"/>
                  <a:gd name="connsiteX4" fmla="*/ 3485322 w 5261112"/>
                  <a:gd name="connsiteY4" fmla="*/ 137873 h 1734438"/>
                  <a:gd name="connsiteX5" fmla="*/ 4943060 w 5261112"/>
                  <a:gd name="connsiteY5" fmla="*/ 84863 h 1734438"/>
                  <a:gd name="connsiteX6" fmla="*/ 5261112 w 5261112"/>
                  <a:gd name="connsiteY6" fmla="*/ 58359 h 1734438"/>
                  <a:gd name="connsiteX0" fmla="*/ 0 w 5261112"/>
                  <a:gd name="connsiteY0" fmla="*/ 98115 h 1734438"/>
                  <a:gd name="connsiteX1" fmla="*/ 1616765 w 5261112"/>
                  <a:gd name="connsiteY1" fmla="*/ 124621 h 1734438"/>
                  <a:gd name="connsiteX2" fmla="*/ 1881808 w 5261112"/>
                  <a:gd name="connsiteY2" fmla="*/ 1569107 h 1734438"/>
                  <a:gd name="connsiteX3" fmla="*/ 3193773 w 5261112"/>
                  <a:gd name="connsiteY3" fmla="*/ 1542602 h 1734438"/>
                  <a:gd name="connsiteX4" fmla="*/ 3485322 w 5261112"/>
                  <a:gd name="connsiteY4" fmla="*/ 137873 h 1734438"/>
                  <a:gd name="connsiteX5" fmla="*/ 5261112 w 5261112"/>
                  <a:gd name="connsiteY5" fmla="*/ 58359 h 1734438"/>
                  <a:gd name="connsiteX0" fmla="*/ 0 w 5035825"/>
                  <a:gd name="connsiteY0" fmla="*/ 98115 h 1734438"/>
                  <a:gd name="connsiteX1" fmla="*/ 1616765 w 5035825"/>
                  <a:gd name="connsiteY1" fmla="*/ 124621 h 1734438"/>
                  <a:gd name="connsiteX2" fmla="*/ 1881808 w 5035825"/>
                  <a:gd name="connsiteY2" fmla="*/ 1569107 h 1734438"/>
                  <a:gd name="connsiteX3" fmla="*/ 3193773 w 5035825"/>
                  <a:gd name="connsiteY3" fmla="*/ 1542602 h 1734438"/>
                  <a:gd name="connsiteX4" fmla="*/ 3485322 w 5035825"/>
                  <a:gd name="connsiteY4" fmla="*/ 137873 h 1734438"/>
                  <a:gd name="connsiteX5" fmla="*/ 5035825 w 5035825"/>
                  <a:gd name="connsiteY5" fmla="*/ 58359 h 1734438"/>
                  <a:gd name="connsiteX0" fmla="*/ 0 w 4386468"/>
                  <a:gd name="connsiteY0" fmla="*/ 39649 h 1795241"/>
                  <a:gd name="connsiteX1" fmla="*/ 967408 w 4386468"/>
                  <a:gd name="connsiteY1" fmla="*/ 185424 h 1795241"/>
                  <a:gd name="connsiteX2" fmla="*/ 1232451 w 4386468"/>
                  <a:gd name="connsiteY2" fmla="*/ 1629910 h 1795241"/>
                  <a:gd name="connsiteX3" fmla="*/ 2544416 w 4386468"/>
                  <a:gd name="connsiteY3" fmla="*/ 1603405 h 1795241"/>
                  <a:gd name="connsiteX4" fmla="*/ 2835965 w 4386468"/>
                  <a:gd name="connsiteY4" fmla="*/ 198676 h 1795241"/>
                  <a:gd name="connsiteX5" fmla="*/ 4386468 w 4386468"/>
                  <a:gd name="connsiteY5" fmla="*/ 119162 h 1795241"/>
                  <a:gd name="connsiteX0" fmla="*/ 0 w 4386468"/>
                  <a:gd name="connsiteY0" fmla="*/ 23737 h 1779329"/>
                  <a:gd name="connsiteX1" fmla="*/ 967408 w 4386468"/>
                  <a:gd name="connsiteY1" fmla="*/ 169512 h 1779329"/>
                  <a:gd name="connsiteX2" fmla="*/ 1232451 w 4386468"/>
                  <a:gd name="connsiteY2" fmla="*/ 1613998 h 1779329"/>
                  <a:gd name="connsiteX3" fmla="*/ 2544416 w 4386468"/>
                  <a:gd name="connsiteY3" fmla="*/ 1587493 h 1779329"/>
                  <a:gd name="connsiteX4" fmla="*/ 2835965 w 4386468"/>
                  <a:gd name="connsiteY4" fmla="*/ 182764 h 1779329"/>
                  <a:gd name="connsiteX5" fmla="*/ 4386468 w 4386468"/>
                  <a:gd name="connsiteY5" fmla="*/ 103250 h 1779329"/>
                  <a:gd name="connsiteX0" fmla="*/ 0 w 3684102"/>
                  <a:gd name="connsiteY0" fmla="*/ 23737 h 1779329"/>
                  <a:gd name="connsiteX1" fmla="*/ 967408 w 3684102"/>
                  <a:gd name="connsiteY1" fmla="*/ 169512 h 1779329"/>
                  <a:gd name="connsiteX2" fmla="*/ 1232451 w 3684102"/>
                  <a:gd name="connsiteY2" fmla="*/ 1613998 h 1779329"/>
                  <a:gd name="connsiteX3" fmla="*/ 2544416 w 3684102"/>
                  <a:gd name="connsiteY3" fmla="*/ 1587493 h 1779329"/>
                  <a:gd name="connsiteX4" fmla="*/ 2835965 w 3684102"/>
                  <a:gd name="connsiteY4" fmla="*/ 182764 h 1779329"/>
                  <a:gd name="connsiteX5" fmla="*/ 3684102 w 3684102"/>
                  <a:gd name="connsiteY5" fmla="*/ 50241 h 1779329"/>
                  <a:gd name="connsiteX0" fmla="*/ 0 w 3790120"/>
                  <a:gd name="connsiteY0" fmla="*/ 23737 h 1779329"/>
                  <a:gd name="connsiteX1" fmla="*/ 967408 w 3790120"/>
                  <a:gd name="connsiteY1" fmla="*/ 169512 h 1779329"/>
                  <a:gd name="connsiteX2" fmla="*/ 1232451 w 3790120"/>
                  <a:gd name="connsiteY2" fmla="*/ 1613998 h 1779329"/>
                  <a:gd name="connsiteX3" fmla="*/ 2544416 w 3790120"/>
                  <a:gd name="connsiteY3" fmla="*/ 1587493 h 1779329"/>
                  <a:gd name="connsiteX4" fmla="*/ 2835965 w 3790120"/>
                  <a:gd name="connsiteY4" fmla="*/ 182764 h 1779329"/>
                  <a:gd name="connsiteX5" fmla="*/ 3790120 w 3790120"/>
                  <a:gd name="connsiteY5" fmla="*/ 23737 h 1779329"/>
                  <a:gd name="connsiteX0" fmla="*/ 0 w 3790120"/>
                  <a:gd name="connsiteY0" fmla="*/ 14311 h 1794887"/>
                  <a:gd name="connsiteX1" fmla="*/ 967408 w 3790120"/>
                  <a:gd name="connsiteY1" fmla="*/ 185070 h 1794887"/>
                  <a:gd name="connsiteX2" fmla="*/ 1232451 w 3790120"/>
                  <a:gd name="connsiteY2" fmla="*/ 1629556 h 1794887"/>
                  <a:gd name="connsiteX3" fmla="*/ 2544416 w 3790120"/>
                  <a:gd name="connsiteY3" fmla="*/ 1603051 h 1794887"/>
                  <a:gd name="connsiteX4" fmla="*/ 2835965 w 3790120"/>
                  <a:gd name="connsiteY4" fmla="*/ 198322 h 1794887"/>
                  <a:gd name="connsiteX5" fmla="*/ 3790120 w 3790120"/>
                  <a:gd name="connsiteY5" fmla="*/ 39295 h 1794887"/>
                  <a:gd name="connsiteX0" fmla="*/ 0 w 3790120"/>
                  <a:gd name="connsiteY0" fmla="*/ 14311 h 1794887"/>
                  <a:gd name="connsiteX1" fmla="*/ 967408 w 3790120"/>
                  <a:gd name="connsiteY1" fmla="*/ 185070 h 1794887"/>
                  <a:gd name="connsiteX2" fmla="*/ 1232451 w 3790120"/>
                  <a:gd name="connsiteY2" fmla="*/ 1629556 h 1794887"/>
                  <a:gd name="connsiteX3" fmla="*/ 2544416 w 3790120"/>
                  <a:gd name="connsiteY3" fmla="*/ 1603051 h 1794887"/>
                  <a:gd name="connsiteX4" fmla="*/ 2835965 w 3790120"/>
                  <a:gd name="connsiteY4" fmla="*/ 198322 h 1794887"/>
                  <a:gd name="connsiteX5" fmla="*/ 3790120 w 3790120"/>
                  <a:gd name="connsiteY5" fmla="*/ 39295 h 1794887"/>
                  <a:gd name="connsiteX0" fmla="*/ 0 w 3790120"/>
                  <a:gd name="connsiteY0" fmla="*/ 8345 h 1788921"/>
                  <a:gd name="connsiteX1" fmla="*/ 967408 w 3790120"/>
                  <a:gd name="connsiteY1" fmla="*/ 179104 h 1788921"/>
                  <a:gd name="connsiteX2" fmla="*/ 1232451 w 3790120"/>
                  <a:gd name="connsiteY2" fmla="*/ 1623590 h 1788921"/>
                  <a:gd name="connsiteX3" fmla="*/ 2544416 w 3790120"/>
                  <a:gd name="connsiteY3" fmla="*/ 1597085 h 1788921"/>
                  <a:gd name="connsiteX4" fmla="*/ 2835965 w 3790120"/>
                  <a:gd name="connsiteY4" fmla="*/ 192356 h 1788921"/>
                  <a:gd name="connsiteX5" fmla="*/ 3790120 w 3790120"/>
                  <a:gd name="connsiteY5" fmla="*/ 33329 h 1788921"/>
                  <a:gd name="connsiteX0" fmla="*/ 0 w 3790120"/>
                  <a:gd name="connsiteY0" fmla="*/ 8345 h 1788921"/>
                  <a:gd name="connsiteX1" fmla="*/ 967408 w 3790120"/>
                  <a:gd name="connsiteY1" fmla="*/ 179104 h 1788921"/>
                  <a:gd name="connsiteX2" fmla="*/ 1232451 w 3790120"/>
                  <a:gd name="connsiteY2" fmla="*/ 1623590 h 1788921"/>
                  <a:gd name="connsiteX3" fmla="*/ 2544416 w 3790120"/>
                  <a:gd name="connsiteY3" fmla="*/ 1597085 h 1788921"/>
                  <a:gd name="connsiteX4" fmla="*/ 2835965 w 3790120"/>
                  <a:gd name="connsiteY4" fmla="*/ 192356 h 1788921"/>
                  <a:gd name="connsiteX5" fmla="*/ 3790120 w 3790120"/>
                  <a:gd name="connsiteY5" fmla="*/ 33329 h 1788921"/>
                  <a:gd name="connsiteX0" fmla="*/ 0 w 3790120"/>
                  <a:gd name="connsiteY0" fmla="*/ 5186 h 1785107"/>
                  <a:gd name="connsiteX1" fmla="*/ 991167 w 3790120"/>
                  <a:gd name="connsiteY1" fmla="*/ 185939 h 1785107"/>
                  <a:gd name="connsiteX2" fmla="*/ 1232451 w 3790120"/>
                  <a:gd name="connsiteY2" fmla="*/ 1620431 h 1785107"/>
                  <a:gd name="connsiteX3" fmla="*/ 2544416 w 3790120"/>
                  <a:gd name="connsiteY3" fmla="*/ 1593926 h 1785107"/>
                  <a:gd name="connsiteX4" fmla="*/ 2835965 w 3790120"/>
                  <a:gd name="connsiteY4" fmla="*/ 189197 h 1785107"/>
                  <a:gd name="connsiteX5" fmla="*/ 3790120 w 3790120"/>
                  <a:gd name="connsiteY5" fmla="*/ 30170 h 1785107"/>
                  <a:gd name="connsiteX0" fmla="*/ 0 w 3752106"/>
                  <a:gd name="connsiteY0" fmla="*/ 5186 h 1785107"/>
                  <a:gd name="connsiteX1" fmla="*/ 991167 w 3752106"/>
                  <a:gd name="connsiteY1" fmla="*/ 185939 h 1785107"/>
                  <a:gd name="connsiteX2" fmla="*/ 1232451 w 3752106"/>
                  <a:gd name="connsiteY2" fmla="*/ 1620431 h 1785107"/>
                  <a:gd name="connsiteX3" fmla="*/ 2544416 w 3752106"/>
                  <a:gd name="connsiteY3" fmla="*/ 1593926 h 1785107"/>
                  <a:gd name="connsiteX4" fmla="*/ 2835965 w 3752106"/>
                  <a:gd name="connsiteY4" fmla="*/ 189197 h 1785107"/>
                  <a:gd name="connsiteX5" fmla="*/ 3752106 w 3752106"/>
                  <a:gd name="connsiteY5" fmla="*/ 5186 h 1785107"/>
                  <a:gd name="connsiteX0" fmla="*/ 0 w 3752106"/>
                  <a:gd name="connsiteY0" fmla="*/ 5186 h 1785107"/>
                  <a:gd name="connsiteX1" fmla="*/ 991167 w 3752106"/>
                  <a:gd name="connsiteY1" fmla="*/ 185939 h 1785107"/>
                  <a:gd name="connsiteX2" fmla="*/ 1232451 w 3752106"/>
                  <a:gd name="connsiteY2" fmla="*/ 1620431 h 1785107"/>
                  <a:gd name="connsiteX3" fmla="*/ 2544416 w 3752106"/>
                  <a:gd name="connsiteY3" fmla="*/ 1593926 h 1785107"/>
                  <a:gd name="connsiteX4" fmla="*/ 2835965 w 3752106"/>
                  <a:gd name="connsiteY4" fmla="*/ 189197 h 1785107"/>
                  <a:gd name="connsiteX5" fmla="*/ 3752106 w 3752106"/>
                  <a:gd name="connsiteY5" fmla="*/ 5186 h 1785107"/>
                  <a:gd name="connsiteX0" fmla="*/ 0 w 3752106"/>
                  <a:gd name="connsiteY0" fmla="*/ 5186 h 1785107"/>
                  <a:gd name="connsiteX1" fmla="*/ 991167 w 3752106"/>
                  <a:gd name="connsiteY1" fmla="*/ 185939 h 1785107"/>
                  <a:gd name="connsiteX2" fmla="*/ 1232451 w 3752106"/>
                  <a:gd name="connsiteY2" fmla="*/ 1620431 h 1785107"/>
                  <a:gd name="connsiteX3" fmla="*/ 2544416 w 3752106"/>
                  <a:gd name="connsiteY3" fmla="*/ 1593926 h 1785107"/>
                  <a:gd name="connsiteX4" fmla="*/ 2835965 w 3752106"/>
                  <a:gd name="connsiteY4" fmla="*/ 189197 h 1785107"/>
                  <a:gd name="connsiteX5" fmla="*/ 3752106 w 3752106"/>
                  <a:gd name="connsiteY5" fmla="*/ 5186 h 1785107"/>
                  <a:gd name="connsiteX0" fmla="*/ 0 w 3752106"/>
                  <a:gd name="connsiteY0" fmla="*/ 5186 h 1785107"/>
                  <a:gd name="connsiteX1" fmla="*/ 991167 w 3752106"/>
                  <a:gd name="connsiteY1" fmla="*/ 185939 h 1785107"/>
                  <a:gd name="connsiteX2" fmla="*/ 1232451 w 3752106"/>
                  <a:gd name="connsiteY2" fmla="*/ 1620431 h 1785107"/>
                  <a:gd name="connsiteX3" fmla="*/ 2544416 w 3752106"/>
                  <a:gd name="connsiteY3" fmla="*/ 1593926 h 1785107"/>
                  <a:gd name="connsiteX4" fmla="*/ 2835965 w 3752106"/>
                  <a:gd name="connsiteY4" fmla="*/ 189197 h 1785107"/>
                  <a:gd name="connsiteX5" fmla="*/ 3752106 w 3752106"/>
                  <a:gd name="connsiteY5" fmla="*/ 5186 h 1785107"/>
                  <a:gd name="connsiteX0" fmla="*/ 0 w 3752106"/>
                  <a:gd name="connsiteY0" fmla="*/ 13548 h 1793469"/>
                  <a:gd name="connsiteX1" fmla="*/ 991167 w 3752106"/>
                  <a:gd name="connsiteY1" fmla="*/ 194301 h 1793469"/>
                  <a:gd name="connsiteX2" fmla="*/ 1232451 w 3752106"/>
                  <a:gd name="connsiteY2" fmla="*/ 1628793 h 1793469"/>
                  <a:gd name="connsiteX3" fmla="*/ 2544416 w 3752106"/>
                  <a:gd name="connsiteY3" fmla="*/ 1602288 h 1793469"/>
                  <a:gd name="connsiteX4" fmla="*/ 2835965 w 3752106"/>
                  <a:gd name="connsiteY4" fmla="*/ 197559 h 1793469"/>
                  <a:gd name="connsiteX5" fmla="*/ 3752106 w 3752106"/>
                  <a:gd name="connsiteY5" fmla="*/ 13548 h 1793469"/>
                  <a:gd name="connsiteX0" fmla="*/ 0 w 3752106"/>
                  <a:gd name="connsiteY0" fmla="*/ 6740 h 1785352"/>
                  <a:gd name="connsiteX1" fmla="*/ 1014926 w 3752106"/>
                  <a:gd name="connsiteY1" fmla="*/ 207480 h 1785352"/>
                  <a:gd name="connsiteX2" fmla="*/ 1232451 w 3752106"/>
                  <a:gd name="connsiteY2" fmla="*/ 1621985 h 1785352"/>
                  <a:gd name="connsiteX3" fmla="*/ 2544416 w 3752106"/>
                  <a:gd name="connsiteY3" fmla="*/ 1595480 h 1785352"/>
                  <a:gd name="connsiteX4" fmla="*/ 2835965 w 3752106"/>
                  <a:gd name="connsiteY4" fmla="*/ 190751 h 1785352"/>
                  <a:gd name="connsiteX5" fmla="*/ 3752106 w 3752106"/>
                  <a:gd name="connsiteY5" fmla="*/ 6740 h 1785352"/>
                  <a:gd name="connsiteX0" fmla="*/ 0 w 3752106"/>
                  <a:gd name="connsiteY0" fmla="*/ 4533 h 1783145"/>
                  <a:gd name="connsiteX1" fmla="*/ 1014926 w 3752106"/>
                  <a:gd name="connsiteY1" fmla="*/ 205273 h 1783145"/>
                  <a:gd name="connsiteX2" fmla="*/ 1232451 w 3752106"/>
                  <a:gd name="connsiteY2" fmla="*/ 1619778 h 1783145"/>
                  <a:gd name="connsiteX3" fmla="*/ 2544416 w 3752106"/>
                  <a:gd name="connsiteY3" fmla="*/ 1593273 h 1783145"/>
                  <a:gd name="connsiteX4" fmla="*/ 2835965 w 3752106"/>
                  <a:gd name="connsiteY4" fmla="*/ 188544 h 1783145"/>
                  <a:gd name="connsiteX5" fmla="*/ 3752106 w 3752106"/>
                  <a:gd name="connsiteY5" fmla="*/ 4533 h 1783145"/>
                  <a:gd name="connsiteX0" fmla="*/ 0 w 3752106"/>
                  <a:gd name="connsiteY0" fmla="*/ 2693 h 1781305"/>
                  <a:gd name="connsiteX1" fmla="*/ 1014926 w 3752106"/>
                  <a:gd name="connsiteY1" fmla="*/ 203433 h 1781305"/>
                  <a:gd name="connsiteX2" fmla="*/ 1232451 w 3752106"/>
                  <a:gd name="connsiteY2" fmla="*/ 1617938 h 1781305"/>
                  <a:gd name="connsiteX3" fmla="*/ 2544416 w 3752106"/>
                  <a:gd name="connsiteY3" fmla="*/ 1591433 h 1781305"/>
                  <a:gd name="connsiteX4" fmla="*/ 2835965 w 3752106"/>
                  <a:gd name="connsiteY4" fmla="*/ 186704 h 1781305"/>
                  <a:gd name="connsiteX5" fmla="*/ 3752106 w 3752106"/>
                  <a:gd name="connsiteY5" fmla="*/ 2693 h 1781305"/>
                  <a:gd name="connsiteX0" fmla="*/ 0 w 3752106"/>
                  <a:gd name="connsiteY0" fmla="*/ 7868 h 1786480"/>
                  <a:gd name="connsiteX1" fmla="*/ 1014926 w 3752106"/>
                  <a:gd name="connsiteY1" fmla="*/ 208608 h 1786480"/>
                  <a:gd name="connsiteX2" fmla="*/ 1232451 w 3752106"/>
                  <a:gd name="connsiteY2" fmla="*/ 1623113 h 1786480"/>
                  <a:gd name="connsiteX3" fmla="*/ 2544416 w 3752106"/>
                  <a:gd name="connsiteY3" fmla="*/ 1596608 h 1786480"/>
                  <a:gd name="connsiteX4" fmla="*/ 2835965 w 3752106"/>
                  <a:gd name="connsiteY4" fmla="*/ 191879 h 1786480"/>
                  <a:gd name="connsiteX5" fmla="*/ 3752106 w 3752106"/>
                  <a:gd name="connsiteY5" fmla="*/ 7868 h 1786480"/>
                  <a:gd name="connsiteX0" fmla="*/ 0 w 3752106"/>
                  <a:gd name="connsiteY0" fmla="*/ 7868 h 1786184"/>
                  <a:gd name="connsiteX1" fmla="*/ 1014926 w 3752106"/>
                  <a:gd name="connsiteY1" fmla="*/ 208608 h 1786184"/>
                  <a:gd name="connsiteX2" fmla="*/ 1232451 w 3752106"/>
                  <a:gd name="connsiteY2" fmla="*/ 1623113 h 1786184"/>
                  <a:gd name="connsiteX3" fmla="*/ 2544416 w 3752106"/>
                  <a:gd name="connsiteY3" fmla="*/ 1596608 h 1786184"/>
                  <a:gd name="connsiteX4" fmla="*/ 2707668 w 3752106"/>
                  <a:gd name="connsiteY4" fmla="*/ 196876 h 1786184"/>
                  <a:gd name="connsiteX5" fmla="*/ 3752106 w 3752106"/>
                  <a:gd name="connsiteY5" fmla="*/ 7868 h 1786184"/>
                  <a:gd name="connsiteX0" fmla="*/ 0 w 3752106"/>
                  <a:gd name="connsiteY0" fmla="*/ 7868 h 1791531"/>
                  <a:gd name="connsiteX1" fmla="*/ 1014926 w 3752106"/>
                  <a:gd name="connsiteY1" fmla="*/ 208608 h 1791531"/>
                  <a:gd name="connsiteX2" fmla="*/ 1232451 w 3752106"/>
                  <a:gd name="connsiteY2" fmla="*/ 1623113 h 1791531"/>
                  <a:gd name="connsiteX3" fmla="*/ 2506401 w 3752106"/>
                  <a:gd name="connsiteY3" fmla="*/ 1606601 h 1791531"/>
                  <a:gd name="connsiteX4" fmla="*/ 2707668 w 3752106"/>
                  <a:gd name="connsiteY4" fmla="*/ 196876 h 1791531"/>
                  <a:gd name="connsiteX5" fmla="*/ 3752106 w 3752106"/>
                  <a:gd name="connsiteY5" fmla="*/ 7868 h 1791531"/>
                  <a:gd name="connsiteX0" fmla="*/ 0 w 3752106"/>
                  <a:gd name="connsiteY0" fmla="*/ 7868 h 1791228"/>
                  <a:gd name="connsiteX1" fmla="*/ 1014926 w 3752106"/>
                  <a:gd name="connsiteY1" fmla="*/ 208608 h 1791228"/>
                  <a:gd name="connsiteX2" fmla="*/ 1232451 w 3752106"/>
                  <a:gd name="connsiteY2" fmla="*/ 1623113 h 1791228"/>
                  <a:gd name="connsiteX3" fmla="*/ 2506401 w 3752106"/>
                  <a:gd name="connsiteY3" fmla="*/ 1606601 h 1791228"/>
                  <a:gd name="connsiteX4" fmla="*/ 2736178 w 3752106"/>
                  <a:gd name="connsiteY4" fmla="*/ 201873 h 1791228"/>
                  <a:gd name="connsiteX5" fmla="*/ 3752106 w 3752106"/>
                  <a:gd name="connsiteY5" fmla="*/ 7868 h 1791228"/>
                  <a:gd name="connsiteX0" fmla="*/ 0 w 3752106"/>
                  <a:gd name="connsiteY0" fmla="*/ 7868 h 1790926"/>
                  <a:gd name="connsiteX1" fmla="*/ 1014926 w 3752106"/>
                  <a:gd name="connsiteY1" fmla="*/ 208608 h 1790926"/>
                  <a:gd name="connsiteX2" fmla="*/ 1232451 w 3752106"/>
                  <a:gd name="connsiteY2" fmla="*/ 1623113 h 1790926"/>
                  <a:gd name="connsiteX3" fmla="*/ 2506401 w 3752106"/>
                  <a:gd name="connsiteY3" fmla="*/ 1606601 h 1790926"/>
                  <a:gd name="connsiteX4" fmla="*/ 2712419 w 3752106"/>
                  <a:gd name="connsiteY4" fmla="*/ 206870 h 1790926"/>
                  <a:gd name="connsiteX5" fmla="*/ 3752106 w 3752106"/>
                  <a:gd name="connsiteY5" fmla="*/ 7868 h 1790926"/>
                  <a:gd name="connsiteX0" fmla="*/ 0 w 3752106"/>
                  <a:gd name="connsiteY0" fmla="*/ 7868 h 1807733"/>
                  <a:gd name="connsiteX1" fmla="*/ 1014926 w 3752106"/>
                  <a:gd name="connsiteY1" fmla="*/ 208608 h 1807733"/>
                  <a:gd name="connsiteX2" fmla="*/ 1232451 w 3752106"/>
                  <a:gd name="connsiteY2" fmla="*/ 1623113 h 1807733"/>
                  <a:gd name="connsiteX3" fmla="*/ 2482643 w 3752106"/>
                  <a:gd name="connsiteY3" fmla="*/ 1636581 h 1807733"/>
                  <a:gd name="connsiteX4" fmla="*/ 2712419 w 3752106"/>
                  <a:gd name="connsiteY4" fmla="*/ 206870 h 1807733"/>
                  <a:gd name="connsiteX5" fmla="*/ 3752106 w 3752106"/>
                  <a:gd name="connsiteY5" fmla="*/ 7868 h 1807733"/>
                  <a:gd name="connsiteX0" fmla="*/ 0 w 3752106"/>
                  <a:gd name="connsiteY0" fmla="*/ 7868 h 1809017"/>
                  <a:gd name="connsiteX1" fmla="*/ 1014926 w 3752106"/>
                  <a:gd name="connsiteY1" fmla="*/ 208608 h 1809017"/>
                  <a:gd name="connsiteX2" fmla="*/ 1232451 w 3752106"/>
                  <a:gd name="connsiteY2" fmla="*/ 1623113 h 1809017"/>
                  <a:gd name="connsiteX3" fmla="*/ 2482643 w 3752106"/>
                  <a:gd name="connsiteY3" fmla="*/ 1636581 h 1809017"/>
                  <a:gd name="connsiteX4" fmla="*/ 2702915 w 3752106"/>
                  <a:gd name="connsiteY4" fmla="*/ 186883 h 1809017"/>
                  <a:gd name="connsiteX5" fmla="*/ 3752106 w 3752106"/>
                  <a:gd name="connsiteY5" fmla="*/ 7868 h 1809017"/>
                  <a:gd name="connsiteX0" fmla="*/ 0 w 3752106"/>
                  <a:gd name="connsiteY0" fmla="*/ 7868 h 1808375"/>
                  <a:gd name="connsiteX1" fmla="*/ 1014926 w 3752106"/>
                  <a:gd name="connsiteY1" fmla="*/ 208608 h 1808375"/>
                  <a:gd name="connsiteX2" fmla="*/ 1232451 w 3752106"/>
                  <a:gd name="connsiteY2" fmla="*/ 1623113 h 1808375"/>
                  <a:gd name="connsiteX3" fmla="*/ 2482643 w 3752106"/>
                  <a:gd name="connsiteY3" fmla="*/ 1636581 h 1808375"/>
                  <a:gd name="connsiteX4" fmla="*/ 2698164 w 3752106"/>
                  <a:gd name="connsiteY4" fmla="*/ 196876 h 1808375"/>
                  <a:gd name="connsiteX5" fmla="*/ 3752106 w 3752106"/>
                  <a:gd name="connsiteY5" fmla="*/ 7868 h 1808375"/>
                  <a:gd name="connsiteX0" fmla="*/ 0 w 3752106"/>
                  <a:gd name="connsiteY0" fmla="*/ 7868 h 1806774"/>
                  <a:gd name="connsiteX1" fmla="*/ 1014926 w 3752106"/>
                  <a:gd name="connsiteY1" fmla="*/ 208608 h 1806774"/>
                  <a:gd name="connsiteX2" fmla="*/ 1232451 w 3752106"/>
                  <a:gd name="connsiteY2" fmla="*/ 1623113 h 1806774"/>
                  <a:gd name="connsiteX3" fmla="*/ 2482643 w 3752106"/>
                  <a:gd name="connsiteY3" fmla="*/ 1636581 h 1806774"/>
                  <a:gd name="connsiteX4" fmla="*/ 2698164 w 3752106"/>
                  <a:gd name="connsiteY4" fmla="*/ 221859 h 1806774"/>
                  <a:gd name="connsiteX5" fmla="*/ 3752106 w 3752106"/>
                  <a:gd name="connsiteY5" fmla="*/ 7868 h 1806774"/>
                  <a:gd name="connsiteX0" fmla="*/ 0 w 3752106"/>
                  <a:gd name="connsiteY0" fmla="*/ 7868 h 1807413"/>
                  <a:gd name="connsiteX1" fmla="*/ 1014926 w 3752106"/>
                  <a:gd name="connsiteY1" fmla="*/ 208608 h 1807413"/>
                  <a:gd name="connsiteX2" fmla="*/ 1232451 w 3752106"/>
                  <a:gd name="connsiteY2" fmla="*/ 1623113 h 1807413"/>
                  <a:gd name="connsiteX3" fmla="*/ 2482643 w 3752106"/>
                  <a:gd name="connsiteY3" fmla="*/ 1636581 h 1807413"/>
                  <a:gd name="connsiteX4" fmla="*/ 2688661 w 3752106"/>
                  <a:gd name="connsiteY4" fmla="*/ 211865 h 1807413"/>
                  <a:gd name="connsiteX5" fmla="*/ 3752106 w 3752106"/>
                  <a:gd name="connsiteY5" fmla="*/ 7868 h 1807413"/>
                  <a:gd name="connsiteX0" fmla="*/ 0 w 3752106"/>
                  <a:gd name="connsiteY0" fmla="*/ 7868 h 1807413"/>
                  <a:gd name="connsiteX1" fmla="*/ 1014926 w 3752106"/>
                  <a:gd name="connsiteY1" fmla="*/ 208608 h 1807413"/>
                  <a:gd name="connsiteX2" fmla="*/ 1232451 w 3752106"/>
                  <a:gd name="connsiteY2" fmla="*/ 1623113 h 1807413"/>
                  <a:gd name="connsiteX3" fmla="*/ 2482643 w 3752106"/>
                  <a:gd name="connsiteY3" fmla="*/ 1636581 h 1807413"/>
                  <a:gd name="connsiteX4" fmla="*/ 2702916 w 3752106"/>
                  <a:gd name="connsiteY4" fmla="*/ 211865 h 1807413"/>
                  <a:gd name="connsiteX5" fmla="*/ 3752106 w 3752106"/>
                  <a:gd name="connsiteY5" fmla="*/ 7868 h 1807413"/>
                  <a:gd name="connsiteX0" fmla="*/ 0 w 3752106"/>
                  <a:gd name="connsiteY0" fmla="*/ 7868 h 1807093"/>
                  <a:gd name="connsiteX1" fmla="*/ 1014926 w 3752106"/>
                  <a:gd name="connsiteY1" fmla="*/ 208608 h 1807093"/>
                  <a:gd name="connsiteX2" fmla="*/ 1232451 w 3752106"/>
                  <a:gd name="connsiteY2" fmla="*/ 1623113 h 1807093"/>
                  <a:gd name="connsiteX3" fmla="*/ 2482643 w 3752106"/>
                  <a:gd name="connsiteY3" fmla="*/ 1636581 h 1807093"/>
                  <a:gd name="connsiteX4" fmla="*/ 2731426 w 3752106"/>
                  <a:gd name="connsiteY4" fmla="*/ 216861 h 1807093"/>
                  <a:gd name="connsiteX5" fmla="*/ 3752106 w 3752106"/>
                  <a:gd name="connsiteY5" fmla="*/ 7868 h 1807093"/>
                  <a:gd name="connsiteX0" fmla="*/ 0 w 3752106"/>
                  <a:gd name="connsiteY0" fmla="*/ 7868 h 1807093"/>
                  <a:gd name="connsiteX1" fmla="*/ 1014926 w 3752106"/>
                  <a:gd name="connsiteY1" fmla="*/ 208608 h 1807093"/>
                  <a:gd name="connsiteX2" fmla="*/ 1232451 w 3752106"/>
                  <a:gd name="connsiteY2" fmla="*/ 1623113 h 1807093"/>
                  <a:gd name="connsiteX3" fmla="*/ 2482643 w 3752106"/>
                  <a:gd name="connsiteY3" fmla="*/ 1636581 h 1807093"/>
                  <a:gd name="connsiteX4" fmla="*/ 2707668 w 3752106"/>
                  <a:gd name="connsiteY4" fmla="*/ 216861 h 1807093"/>
                  <a:gd name="connsiteX5" fmla="*/ 3752106 w 3752106"/>
                  <a:gd name="connsiteY5" fmla="*/ 7868 h 1807093"/>
                  <a:gd name="connsiteX0" fmla="*/ 0 w 3752106"/>
                  <a:gd name="connsiteY0" fmla="*/ 7868 h 1807413"/>
                  <a:gd name="connsiteX1" fmla="*/ 1014926 w 3752106"/>
                  <a:gd name="connsiteY1" fmla="*/ 208608 h 1807413"/>
                  <a:gd name="connsiteX2" fmla="*/ 1232451 w 3752106"/>
                  <a:gd name="connsiteY2" fmla="*/ 1623113 h 1807413"/>
                  <a:gd name="connsiteX3" fmla="*/ 2482643 w 3752106"/>
                  <a:gd name="connsiteY3" fmla="*/ 1636581 h 1807413"/>
                  <a:gd name="connsiteX4" fmla="*/ 2726675 w 3752106"/>
                  <a:gd name="connsiteY4" fmla="*/ 211864 h 1807413"/>
                  <a:gd name="connsiteX5" fmla="*/ 3752106 w 3752106"/>
                  <a:gd name="connsiteY5" fmla="*/ 7868 h 1807413"/>
                  <a:gd name="connsiteX0" fmla="*/ 0 w 3752106"/>
                  <a:gd name="connsiteY0" fmla="*/ 7868 h 1807413"/>
                  <a:gd name="connsiteX1" fmla="*/ 1014926 w 3752106"/>
                  <a:gd name="connsiteY1" fmla="*/ 208608 h 1807413"/>
                  <a:gd name="connsiteX2" fmla="*/ 1232451 w 3752106"/>
                  <a:gd name="connsiteY2" fmla="*/ 1623113 h 1807413"/>
                  <a:gd name="connsiteX3" fmla="*/ 2482643 w 3752106"/>
                  <a:gd name="connsiteY3" fmla="*/ 1636581 h 1807413"/>
                  <a:gd name="connsiteX4" fmla="*/ 2726675 w 3752106"/>
                  <a:gd name="connsiteY4" fmla="*/ 211864 h 1807413"/>
                  <a:gd name="connsiteX5" fmla="*/ 3752106 w 3752106"/>
                  <a:gd name="connsiteY5" fmla="*/ 7868 h 1807413"/>
                  <a:gd name="connsiteX0" fmla="*/ 0 w 3752106"/>
                  <a:gd name="connsiteY0" fmla="*/ 12554 h 1812099"/>
                  <a:gd name="connsiteX1" fmla="*/ 1014926 w 3752106"/>
                  <a:gd name="connsiteY1" fmla="*/ 213294 h 1812099"/>
                  <a:gd name="connsiteX2" fmla="*/ 1232451 w 3752106"/>
                  <a:gd name="connsiteY2" fmla="*/ 1627799 h 1812099"/>
                  <a:gd name="connsiteX3" fmla="*/ 2482643 w 3752106"/>
                  <a:gd name="connsiteY3" fmla="*/ 1641267 h 1812099"/>
                  <a:gd name="connsiteX4" fmla="*/ 2726675 w 3752106"/>
                  <a:gd name="connsiteY4" fmla="*/ 216550 h 1812099"/>
                  <a:gd name="connsiteX5" fmla="*/ 3752106 w 3752106"/>
                  <a:gd name="connsiteY5" fmla="*/ 12554 h 1812099"/>
                  <a:gd name="connsiteX0" fmla="*/ 0 w 3752106"/>
                  <a:gd name="connsiteY0" fmla="*/ 14293 h 1813838"/>
                  <a:gd name="connsiteX1" fmla="*/ 1014926 w 3752106"/>
                  <a:gd name="connsiteY1" fmla="*/ 215033 h 1813838"/>
                  <a:gd name="connsiteX2" fmla="*/ 1232451 w 3752106"/>
                  <a:gd name="connsiteY2" fmla="*/ 1629538 h 1813838"/>
                  <a:gd name="connsiteX3" fmla="*/ 2482643 w 3752106"/>
                  <a:gd name="connsiteY3" fmla="*/ 1643006 h 1813838"/>
                  <a:gd name="connsiteX4" fmla="*/ 2726675 w 3752106"/>
                  <a:gd name="connsiteY4" fmla="*/ 218289 h 1813838"/>
                  <a:gd name="connsiteX5" fmla="*/ 3752106 w 3752106"/>
                  <a:gd name="connsiteY5" fmla="*/ 14293 h 1813838"/>
                  <a:gd name="connsiteX0" fmla="*/ 0 w 3752106"/>
                  <a:gd name="connsiteY0" fmla="*/ 12555 h 1812100"/>
                  <a:gd name="connsiteX1" fmla="*/ 1014926 w 3752106"/>
                  <a:gd name="connsiteY1" fmla="*/ 213295 h 1812100"/>
                  <a:gd name="connsiteX2" fmla="*/ 1232451 w 3752106"/>
                  <a:gd name="connsiteY2" fmla="*/ 1627800 h 1812100"/>
                  <a:gd name="connsiteX3" fmla="*/ 2482643 w 3752106"/>
                  <a:gd name="connsiteY3" fmla="*/ 1641268 h 1812100"/>
                  <a:gd name="connsiteX4" fmla="*/ 2726675 w 3752106"/>
                  <a:gd name="connsiteY4" fmla="*/ 216551 h 1812100"/>
                  <a:gd name="connsiteX5" fmla="*/ 3752106 w 3752106"/>
                  <a:gd name="connsiteY5" fmla="*/ 12555 h 1812100"/>
                  <a:gd name="connsiteX0" fmla="*/ 0 w 3752106"/>
                  <a:gd name="connsiteY0" fmla="*/ 8582 h 1808127"/>
                  <a:gd name="connsiteX1" fmla="*/ 1014926 w 3752106"/>
                  <a:gd name="connsiteY1" fmla="*/ 209322 h 1808127"/>
                  <a:gd name="connsiteX2" fmla="*/ 1232451 w 3752106"/>
                  <a:gd name="connsiteY2" fmla="*/ 1623827 h 1808127"/>
                  <a:gd name="connsiteX3" fmla="*/ 2482643 w 3752106"/>
                  <a:gd name="connsiteY3" fmla="*/ 1637295 h 1808127"/>
                  <a:gd name="connsiteX4" fmla="*/ 2726675 w 3752106"/>
                  <a:gd name="connsiteY4" fmla="*/ 212578 h 1808127"/>
                  <a:gd name="connsiteX5" fmla="*/ 3752106 w 3752106"/>
                  <a:gd name="connsiteY5" fmla="*/ 8582 h 1808127"/>
                  <a:gd name="connsiteX0" fmla="*/ 0 w 3752106"/>
                  <a:gd name="connsiteY0" fmla="*/ 7869 h 1807414"/>
                  <a:gd name="connsiteX1" fmla="*/ 1014926 w 3752106"/>
                  <a:gd name="connsiteY1" fmla="*/ 208609 h 1807414"/>
                  <a:gd name="connsiteX2" fmla="*/ 1232451 w 3752106"/>
                  <a:gd name="connsiteY2" fmla="*/ 1623114 h 1807414"/>
                  <a:gd name="connsiteX3" fmla="*/ 2482643 w 3752106"/>
                  <a:gd name="connsiteY3" fmla="*/ 1636582 h 1807414"/>
                  <a:gd name="connsiteX4" fmla="*/ 2726675 w 3752106"/>
                  <a:gd name="connsiteY4" fmla="*/ 211865 h 1807414"/>
                  <a:gd name="connsiteX5" fmla="*/ 3752106 w 3752106"/>
                  <a:gd name="connsiteY5" fmla="*/ 7869 h 1807414"/>
                  <a:gd name="connsiteX0" fmla="*/ 0 w 3718844"/>
                  <a:gd name="connsiteY0" fmla="*/ 7869 h 1807414"/>
                  <a:gd name="connsiteX1" fmla="*/ 1014926 w 3718844"/>
                  <a:gd name="connsiteY1" fmla="*/ 208609 h 1807414"/>
                  <a:gd name="connsiteX2" fmla="*/ 1232451 w 3718844"/>
                  <a:gd name="connsiteY2" fmla="*/ 1623114 h 1807414"/>
                  <a:gd name="connsiteX3" fmla="*/ 2482643 w 3718844"/>
                  <a:gd name="connsiteY3" fmla="*/ 1636582 h 1807414"/>
                  <a:gd name="connsiteX4" fmla="*/ 2726675 w 3718844"/>
                  <a:gd name="connsiteY4" fmla="*/ 211865 h 1807414"/>
                  <a:gd name="connsiteX5" fmla="*/ 3718844 w 3718844"/>
                  <a:gd name="connsiteY5" fmla="*/ 7869 h 1807414"/>
                  <a:gd name="connsiteX0" fmla="*/ 0 w 3718844"/>
                  <a:gd name="connsiteY0" fmla="*/ 22705 h 1822250"/>
                  <a:gd name="connsiteX1" fmla="*/ 1014926 w 3718844"/>
                  <a:gd name="connsiteY1" fmla="*/ 223445 h 1822250"/>
                  <a:gd name="connsiteX2" fmla="*/ 1232451 w 3718844"/>
                  <a:gd name="connsiteY2" fmla="*/ 1637950 h 1822250"/>
                  <a:gd name="connsiteX3" fmla="*/ 2482643 w 3718844"/>
                  <a:gd name="connsiteY3" fmla="*/ 1651418 h 1822250"/>
                  <a:gd name="connsiteX4" fmla="*/ 2726675 w 3718844"/>
                  <a:gd name="connsiteY4" fmla="*/ 226701 h 1822250"/>
                  <a:gd name="connsiteX5" fmla="*/ 3718844 w 3718844"/>
                  <a:gd name="connsiteY5" fmla="*/ 22705 h 1822250"/>
                  <a:gd name="connsiteX0" fmla="*/ 0 w 3718844"/>
                  <a:gd name="connsiteY0" fmla="*/ 19825 h 1819370"/>
                  <a:gd name="connsiteX1" fmla="*/ 1014926 w 3718844"/>
                  <a:gd name="connsiteY1" fmla="*/ 220565 h 1819370"/>
                  <a:gd name="connsiteX2" fmla="*/ 1232451 w 3718844"/>
                  <a:gd name="connsiteY2" fmla="*/ 1635070 h 1819370"/>
                  <a:gd name="connsiteX3" fmla="*/ 2482643 w 3718844"/>
                  <a:gd name="connsiteY3" fmla="*/ 1648538 h 1819370"/>
                  <a:gd name="connsiteX4" fmla="*/ 2726675 w 3718844"/>
                  <a:gd name="connsiteY4" fmla="*/ 223821 h 1819370"/>
                  <a:gd name="connsiteX5" fmla="*/ 3718844 w 3718844"/>
                  <a:gd name="connsiteY5" fmla="*/ 24822 h 1819370"/>
                  <a:gd name="connsiteX0" fmla="*/ 0 w 3718844"/>
                  <a:gd name="connsiteY0" fmla="*/ 7869 h 1807414"/>
                  <a:gd name="connsiteX1" fmla="*/ 1014926 w 3718844"/>
                  <a:gd name="connsiteY1" fmla="*/ 208609 h 1807414"/>
                  <a:gd name="connsiteX2" fmla="*/ 1232451 w 3718844"/>
                  <a:gd name="connsiteY2" fmla="*/ 1623114 h 1807414"/>
                  <a:gd name="connsiteX3" fmla="*/ 2482643 w 3718844"/>
                  <a:gd name="connsiteY3" fmla="*/ 1636582 h 1807414"/>
                  <a:gd name="connsiteX4" fmla="*/ 2726675 w 3718844"/>
                  <a:gd name="connsiteY4" fmla="*/ 211865 h 1807414"/>
                  <a:gd name="connsiteX5" fmla="*/ 3718844 w 3718844"/>
                  <a:gd name="connsiteY5" fmla="*/ 12866 h 1807414"/>
                  <a:gd name="connsiteX0" fmla="*/ 0 w 3690334"/>
                  <a:gd name="connsiteY0" fmla="*/ 9329 h 1808874"/>
                  <a:gd name="connsiteX1" fmla="*/ 1014926 w 3690334"/>
                  <a:gd name="connsiteY1" fmla="*/ 210069 h 1808874"/>
                  <a:gd name="connsiteX2" fmla="*/ 1232451 w 3690334"/>
                  <a:gd name="connsiteY2" fmla="*/ 1624574 h 1808874"/>
                  <a:gd name="connsiteX3" fmla="*/ 2482643 w 3690334"/>
                  <a:gd name="connsiteY3" fmla="*/ 1638042 h 1808874"/>
                  <a:gd name="connsiteX4" fmla="*/ 2726675 w 3690334"/>
                  <a:gd name="connsiteY4" fmla="*/ 213325 h 1808874"/>
                  <a:gd name="connsiteX5" fmla="*/ 3690334 w 3690334"/>
                  <a:gd name="connsiteY5" fmla="*/ 4333 h 1808874"/>
                  <a:gd name="connsiteX0" fmla="*/ 0 w 3690334"/>
                  <a:gd name="connsiteY0" fmla="*/ 9329 h 1826038"/>
                  <a:gd name="connsiteX1" fmla="*/ 1014926 w 3690334"/>
                  <a:gd name="connsiteY1" fmla="*/ 210069 h 1826038"/>
                  <a:gd name="connsiteX2" fmla="*/ 1232451 w 3690334"/>
                  <a:gd name="connsiteY2" fmla="*/ 1624574 h 1826038"/>
                  <a:gd name="connsiteX3" fmla="*/ 1853336 w 3690334"/>
                  <a:gd name="connsiteY3" fmla="*/ 1808394 h 1826038"/>
                  <a:gd name="connsiteX4" fmla="*/ 2482643 w 3690334"/>
                  <a:gd name="connsiteY4" fmla="*/ 1638042 h 1826038"/>
                  <a:gd name="connsiteX5" fmla="*/ 2726675 w 3690334"/>
                  <a:gd name="connsiteY5" fmla="*/ 213325 h 1826038"/>
                  <a:gd name="connsiteX6" fmla="*/ 3690334 w 3690334"/>
                  <a:gd name="connsiteY6" fmla="*/ 4333 h 1826038"/>
                  <a:gd name="connsiteX0" fmla="*/ 0 w 3690334"/>
                  <a:gd name="connsiteY0" fmla="*/ 9329 h 1826038"/>
                  <a:gd name="connsiteX1" fmla="*/ 1014926 w 3690334"/>
                  <a:gd name="connsiteY1" fmla="*/ 210069 h 1826038"/>
                  <a:gd name="connsiteX2" fmla="*/ 1232451 w 3690334"/>
                  <a:gd name="connsiteY2" fmla="*/ 1624574 h 1826038"/>
                  <a:gd name="connsiteX3" fmla="*/ 1853336 w 3690334"/>
                  <a:gd name="connsiteY3" fmla="*/ 1808394 h 1826038"/>
                  <a:gd name="connsiteX4" fmla="*/ 2482643 w 3690334"/>
                  <a:gd name="connsiteY4" fmla="*/ 1638042 h 1826038"/>
                  <a:gd name="connsiteX5" fmla="*/ 2726675 w 3690334"/>
                  <a:gd name="connsiteY5" fmla="*/ 213325 h 1826038"/>
                  <a:gd name="connsiteX6" fmla="*/ 3690334 w 3690334"/>
                  <a:gd name="connsiteY6" fmla="*/ 4333 h 1826038"/>
                  <a:gd name="connsiteX0" fmla="*/ 0 w 3690334"/>
                  <a:gd name="connsiteY0" fmla="*/ 9329 h 1826038"/>
                  <a:gd name="connsiteX1" fmla="*/ 1014926 w 3690334"/>
                  <a:gd name="connsiteY1" fmla="*/ 210069 h 1826038"/>
                  <a:gd name="connsiteX2" fmla="*/ 1232451 w 3690334"/>
                  <a:gd name="connsiteY2" fmla="*/ 1624574 h 1826038"/>
                  <a:gd name="connsiteX3" fmla="*/ 1853336 w 3690334"/>
                  <a:gd name="connsiteY3" fmla="*/ 1808394 h 1826038"/>
                  <a:gd name="connsiteX4" fmla="*/ 2482643 w 3690334"/>
                  <a:gd name="connsiteY4" fmla="*/ 1638042 h 1826038"/>
                  <a:gd name="connsiteX5" fmla="*/ 2726675 w 3690334"/>
                  <a:gd name="connsiteY5" fmla="*/ 213325 h 1826038"/>
                  <a:gd name="connsiteX6" fmla="*/ 3690334 w 3690334"/>
                  <a:gd name="connsiteY6" fmla="*/ 4333 h 1826038"/>
                  <a:gd name="connsiteX0" fmla="*/ 0 w 3690334"/>
                  <a:gd name="connsiteY0" fmla="*/ 9329 h 1855468"/>
                  <a:gd name="connsiteX1" fmla="*/ 1014926 w 3690334"/>
                  <a:gd name="connsiteY1" fmla="*/ 210069 h 1855468"/>
                  <a:gd name="connsiteX2" fmla="*/ 1232451 w 3690334"/>
                  <a:gd name="connsiteY2" fmla="*/ 1624574 h 1855468"/>
                  <a:gd name="connsiteX3" fmla="*/ 1853336 w 3690334"/>
                  <a:gd name="connsiteY3" fmla="*/ 1848368 h 1855468"/>
                  <a:gd name="connsiteX4" fmla="*/ 2482643 w 3690334"/>
                  <a:gd name="connsiteY4" fmla="*/ 1638042 h 1855468"/>
                  <a:gd name="connsiteX5" fmla="*/ 2726675 w 3690334"/>
                  <a:gd name="connsiteY5" fmla="*/ 213325 h 1855468"/>
                  <a:gd name="connsiteX6" fmla="*/ 3690334 w 3690334"/>
                  <a:gd name="connsiteY6" fmla="*/ 4333 h 1855468"/>
                  <a:gd name="connsiteX0" fmla="*/ 0 w 3690334"/>
                  <a:gd name="connsiteY0" fmla="*/ 9329 h 1880903"/>
                  <a:gd name="connsiteX1" fmla="*/ 1014926 w 3690334"/>
                  <a:gd name="connsiteY1" fmla="*/ 210069 h 1880903"/>
                  <a:gd name="connsiteX2" fmla="*/ 1232451 w 3690334"/>
                  <a:gd name="connsiteY2" fmla="*/ 1624574 h 1880903"/>
                  <a:gd name="connsiteX3" fmla="*/ 1853336 w 3690334"/>
                  <a:gd name="connsiteY3" fmla="*/ 1878348 h 1880903"/>
                  <a:gd name="connsiteX4" fmla="*/ 2482643 w 3690334"/>
                  <a:gd name="connsiteY4" fmla="*/ 1638042 h 1880903"/>
                  <a:gd name="connsiteX5" fmla="*/ 2726675 w 3690334"/>
                  <a:gd name="connsiteY5" fmla="*/ 213325 h 1880903"/>
                  <a:gd name="connsiteX6" fmla="*/ 3690334 w 3690334"/>
                  <a:gd name="connsiteY6" fmla="*/ 4333 h 1880903"/>
                  <a:gd name="connsiteX0" fmla="*/ 0 w 3690334"/>
                  <a:gd name="connsiteY0" fmla="*/ 9329 h 1819438"/>
                  <a:gd name="connsiteX1" fmla="*/ 1014926 w 3690334"/>
                  <a:gd name="connsiteY1" fmla="*/ 210069 h 1819438"/>
                  <a:gd name="connsiteX2" fmla="*/ 1232451 w 3690334"/>
                  <a:gd name="connsiteY2" fmla="*/ 1624574 h 1819438"/>
                  <a:gd name="connsiteX3" fmla="*/ 1858088 w 3690334"/>
                  <a:gd name="connsiteY3" fmla="*/ 1798401 h 1819438"/>
                  <a:gd name="connsiteX4" fmla="*/ 2482643 w 3690334"/>
                  <a:gd name="connsiteY4" fmla="*/ 1638042 h 1819438"/>
                  <a:gd name="connsiteX5" fmla="*/ 2726675 w 3690334"/>
                  <a:gd name="connsiteY5" fmla="*/ 213325 h 1819438"/>
                  <a:gd name="connsiteX6" fmla="*/ 3690334 w 3690334"/>
                  <a:gd name="connsiteY6" fmla="*/ 4333 h 1819438"/>
                  <a:gd name="connsiteX0" fmla="*/ 0 w 3690334"/>
                  <a:gd name="connsiteY0" fmla="*/ 9329 h 1818240"/>
                  <a:gd name="connsiteX1" fmla="*/ 1014926 w 3690334"/>
                  <a:gd name="connsiteY1" fmla="*/ 210069 h 1818240"/>
                  <a:gd name="connsiteX2" fmla="*/ 1232451 w 3690334"/>
                  <a:gd name="connsiteY2" fmla="*/ 1624574 h 1818240"/>
                  <a:gd name="connsiteX3" fmla="*/ 1858088 w 3690334"/>
                  <a:gd name="connsiteY3" fmla="*/ 1798401 h 1818240"/>
                  <a:gd name="connsiteX4" fmla="*/ 2515906 w 3690334"/>
                  <a:gd name="connsiteY4" fmla="*/ 1558095 h 1818240"/>
                  <a:gd name="connsiteX5" fmla="*/ 2726675 w 3690334"/>
                  <a:gd name="connsiteY5" fmla="*/ 213325 h 1818240"/>
                  <a:gd name="connsiteX6" fmla="*/ 3690334 w 3690334"/>
                  <a:gd name="connsiteY6" fmla="*/ 4333 h 1818240"/>
                  <a:gd name="connsiteX0" fmla="*/ 0 w 3690334"/>
                  <a:gd name="connsiteY0" fmla="*/ 9329 h 1799727"/>
                  <a:gd name="connsiteX1" fmla="*/ 1014926 w 3690334"/>
                  <a:gd name="connsiteY1" fmla="*/ 210069 h 1799727"/>
                  <a:gd name="connsiteX2" fmla="*/ 1199189 w 3690334"/>
                  <a:gd name="connsiteY2" fmla="*/ 1544626 h 1799727"/>
                  <a:gd name="connsiteX3" fmla="*/ 1858088 w 3690334"/>
                  <a:gd name="connsiteY3" fmla="*/ 1798401 h 1799727"/>
                  <a:gd name="connsiteX4" fmla="*/ 2515906 w 3690334"/>
                  <a:gd name="connsiteY4" fmla="*/ 1558095 h 1799727"/>
                  <a:gd name="connsiteX5" fmla="*/ 2726675 w 3690334"/>
                  <a:gd name="connsiteY5" fmla="*/ 213325 h 1799727"/>
                  <a:gd name="connsiteX6" fmla="*/ 3690334 w 3690334"/>
                  <a:gd name="connsiteY6" fmla="*/ 4333 h 1799727"/>
                  <a:gd name="connsiteX0" fmla="*/ 0 w 3690334"/>
                  <a:gd name="connsiteY0" fmla="*/ 9329 h 1798918"/>
                  <a:gd name="connsiteX1" fmla="*/ 1014926 w 3690334"/>
                  <a:gd name="connsiteY1" fmla="*/ 210069 h 1798918"/>
                  <a:gd name="connsiteX2" fmla="*/ 1199189 w 3690334"/>
                  <a:gd name="connsiteY2" fmla="*/ 1544626 h 1798918"/>
                  <a:gd name="connsiteX3" fmla="*/ 1858088 w 3690334"/>
                  <a:gd name="connsiteY3" fmla="*/ 1798401 h 1798918"/>
                  <a:gd name="connsiteX4" fmla="*/ 2525409 w 3690334"/>
                  <a:gd name="connsiteY4" fmla="*/ 1533111 h 1798918"/>
                  <a:gd name="connsiteX5" fmla="*/ 2726675 w 3690334"/>
                  <a:gd name="connsiteY5" fmla="*/ 213325 h 1798918"/>
                  <a:gd name="connsiteX6" fmla="*/ 3690334 w 3690334"/>
                  <a:gd name="connsiteY6" fmla="*/ 4333 h 1798918"/>
                  <a:gd name="connsiteX0" fmla="*/ 0 w 3690334"/>
                  <a:gd name="connsiteY0" fmla="*/ 9329 h 1798668"/>
                  <a:gd name="connsiteX1" fmla="*/ 1014926 w 3690334"/>
                  <a:gd name="connsiteY1" fmla="*/ 210069 h 1798668"/>
                  <a:gd name="connsiteX2" fmla="*/ 1199189 w 3690334"/>
                  <a:gd name="connsiteY2" fmla="*/ 1544626 h 1798668"/>
                  <a:gd name="connsiteX3" fmla="*/ 1858088 w 3690334"/>
                  <a:gd name="connsiteY3" fmla="*/ 1798401 h 1798668"/>
                  <a:gd name="connsiteX4" fmla="*/ 2525409 w 3690334"/>
                  <a:gd name="connsiteY4" fmla="*/ 1548101 h 1798668"/>
                  <a:gd name="connsiteX5" fmla="*/ 2726675 w 3690334"/>
                  <a:gd name="connsiteY5" fmla="*/ 213325 h 1798668"/>
                  <a:gd name="connsiteX6" fmla="*/ 3690334 w 3690334"/>
                  <a:gd name="connsiteY6" fmla="*/ 4333 h 1798668"/>
                  <a:gd name="connsiteX0" fmla="*/ 0 w 2726675"/>
                  <a:gd name="connsiteY0" fmla="*/ 7869 h 1797208"/>
                  <a:gd name="connsiteX1" fmla="*/ 1014926 w 2726675"/>
                  <a:gd name="connsiteY1" fmla="*/ 208609 h 1797208"/>
                  <a:gd name="connsiteX2" fmla="*/ 1199189 w 2726675"/>
                  <a:gd name="connsiteY2" fmla="*/ 1543166 h 1797208"/>
                  <a:gd name="connsiteX3" fmla="*/ 1858088 w 2726675"/>
                  <a:gd name="connsiteY3" fmla="*/ 1796941 h 1797208"/>
                  <a:gd name="connsiteX4" fmla="*/ 2525409 w 2726675"/>
                  <a:gd name="connsiteY4" fmla="*/ 1546641 h 1797208"/>
                  <a:gd name="connsiteX5" fmla="*/ 2726675 w 2726675"/>
                  <a:gd name="connsiteY5" fmla="*/ 211865 h 1797208"/>
                  <a:gd name="connsiteX0" fmla="*/ 0 w 2525409"/>
                  <a:gd name="connsiteY0" fmla="*/ 7869 h 1797208"/>
                  <a:gd name="connsiteX1" fmla="*/ 1014926 w 2525409"/>
                  <a:gd name="connsiteY1" fmla="*/ 208609 h 1797208"/>
                  <a:gd name="connsiteX2" fmla="*/ 1199189 w 2525409"/>
                  <a:gd name="connsiteY2" fmla="*/ 1543166 h 1797208"/>
                  <a:gd name="connsiteX3" fmla="*/ 1858088 w 2525409"/>
                  <a:gd name="connsiteY3" fmla="*/ 1796941 h 1797208"/>
                  <a:gd name="connsiteX4" fmla="*/ 2525409 w 2525409"/>
                  <a:gd name="connsiteY4" fmla="*/ 1546641 h 1797208"/>
                  <a:gd name="connsiteX0" fmla="*/ 0 w 1858088"/>
                  <a:gd name="connsiteY0" fmla="*/ 7869 h 1796941"/>
                  <a:gd name="connsiteX1" fmla="*/ 1014926 w 1858088"/>
                  <a:gd name="connsiteY1" fmla="*/ 208609 h 1796941"/>
                  <a:gd name="connsiteX2" fmla="*/ 1199189 w 1858088"/>
                  <a:gd name="connsiteY2" fmla="*/ 1543166 h 1796941"/>
                  <a:gd name="connsiteX3" fmla="*/ 1858088 w 1858088"/>
                  <a:gd name="connsiteY3" fmla="*/ 1796941 h 1796941"/>
                  <a:gd name="connsiteX0" fmla="*/ 0 w 1858088"/>
                  <a:gd name="connsiteY0" fmla="*/ 0 h 1789072"/>
                  <a:gd name="connsiteX1" fmla="*/ 935955 w 1858088"/>
                  <a:gd name="connsiteY1" fmla="*/ 64305 h 1789072"/>
                  <a:gd name="connsiteX2" fmla="*/ 1014926 w 1858088"/>
                  <a:gd name="connsiteY2" fmla="*/ 200740 h 1789072"/>
                  <a:gd name="connsiteX3" fmla="*/ 1199189 w 1858088"/>
                  <a:gd name="connsiteY3" fmla="*/ 1535297 h 1789072"/>
                  <a:gd name="connsiteX4" fmla="*/ 1858088 w 1858088"/>
                  <a:gd name="connsiteY4" fmla="*/ 1789072 h 1789072"/>
                  <a:gd name="connsiteX0" fmla="*/ 0 w 1858088"/>
                  <a:gd name="connsiteY0" fmla="*/ 0 h 1789072"/>
                  <a:gd name="connsiteX1" fmla="*/ 796496 w 1858088"/>
                  <a:gd name="connsiteY1" fmla="*/ 47051 h 1789072"/>
                  <a:gd name="connsiteX2" fmla="*/ 935955 w 1858088"/>
                  <a:gd name="connsiteY2" fmla="*/ 64305 h 1789072"/>
                  <a:gd name="connsiteX3" fmla="*/ 1014926 w 1858088"/>
                  <a:gd name="connsiteY3" fmla="*/ 200740 h 1789072"/>
                  <a:gd name="connsiteX4" fmla="*/ 1199189 w 1858088"/>
                  <a:gd name="connsiteY4" fmla="*/ 1535297 h 1789072"/>
                  <a:gd name="connsiteX5" fmla="*/ 1858088 w 1858088"/>
                  <a:gd name="connsiteY5" fmla="*/ 1789072 h 1789072"/>
                  <a:gd name="connsiteX0" fmla="*/ 0 w 1858088"/>
                  <a:gd name="connsiteY0" fmla="*/ 0 h 1789072"/>
                  <a:gd name="connsiteX1" fmla="*/ 796496 w 1858088"/>
                  <a:gd name="connsiteY1" fmla="*/ 16858 h 1789072"/>
                  <a:gd name="connsiteX2" fmla="*/ 935955 w 1858088"/>
                  <a:gd name="connsiteY2" fmla="*/ 64305 h 1789072"/>
                  <a:gd name="connsiteX3" fmla="*/ 1014926 w 1858088"/>
                  <a:gd name="connsiteY3" fmla="*/ 200740 h 1789072"/>
                  <a:gd name="connsiteX4" fmla="*/ 1199189 w 1858088"/>
                  <a:gd name="connsiteY4" fmla="*/ 1535297 h 1789072"/>
                  <a:gd name="connsiteX5" fmla="*/ 1858088 w 1858088"/>
                  <a:gd name="connsiteY5" fmla="*/ 1789072 h 1789072"/>
                  <a:gd name="connsiteX0" fmla="*/ 0 w 1858088"/>
                  <a:gd name="connsiteY0" fmla="*/ 0 h 1789072"/>
                  <a:gd name="connsiteX1" fmla="*/ 796496 w 1858088"/>
                  <a:gd name="connsiteY1" fmla="*/ 16858 h 1789072"/>
                  <a:gd name="connsiteX2" fmla="*/ 972870 w 1858088"/>
                  <a:gd name="connsiteY2" fmla="*/ 51365 h 1789072"/>
                  <a:gd name="connsiteX3" fmla="*/ 1014926 w 1858088"/>
                  <a:gd name="connsiteY3" fmla="*/ 200740 h 1789072"/>
                  <a:gd name="connsiteX4" fmla="*/ 1199189 w 1858088"/>
                  <a:gd name="connsiteY4" fmla="*/ 1535297 h 1789072"/>
                  <a:gd name="connsiteX5" fmla="*/ 1858088 w 1858088"/>
                  <a:gd name="connsiteY5" fmla="*/ 1789072 h 1789072"/>
                  <a:gd name="connsiteX0" fmla="*/ 0 w 1858088"/>
                  <a:gd name="connsiteY0" fmla="*/ 0 h 1789072"/>
                  <a:gd name="connsiteX1" fmla="*/ 796496 w 1858088"/>
                  <a:gd name="connsiteY1" fmla="*/ 16858 h 1789072"/>
                  <a:gd name="connsiteX2" fmla="*/ 972870 w 1858088"/>
                  <a:gd name="connsiteY2" fmla="*/ 51365 h 1789072"/>
                  <a:gd name="connsiteX3" fmla="*/ 1014926 w 1858088"/>
                  <a:gd name="connsiteY3" fmla="*/ 200740 h 1789072"/>
                  <a:gd name="connsiteX4" fmla="*/ 1199189 w 1858088"/>
                  <a:gd name="connsiteY4" fmla="*/ 1535297 h 1789072"/>
                  <a:gd name="connsiteX5" fmla="*/ 1858088 w 1858088"/>
                  <a:gd name="connsiteY5" fmla="*/ 1789072 h 1789072"/>
                  <a:gd name="connsiteX0" fmla="*/ 0 w 1858088"/>
                  <a:gd name="connsiteY0" fmla="*/ 0 h 1789072"/>
                  <a:gd name="connsiteX1" fmla="*/ 796496 w 1858088"/>
                  <a:gd name="connsiteY1" fmla="*/ 16858 h 1789072"/>
                  <a:gd name="connsiteX2" fmla="*/ 1014926 w 1858088"/>
                  <a:gd name="connsiteY2" fmla="*/ 200740 h 1789072"/>
                  <a:gd name="connsiteX3" fmla="*/ 1199189 w 1858088"/>
                  <a:gd name="connsiteY3" fmla="*/ 1535297 h 1789072"/>
                  <a:gd name="connsiteX4" fmla="*/ 1858088 w 1858088"/>
                  <a:gd name="connsiteY4" fmla="*/ 1789072 h 1789072"/>
                  <a:gd name="connsiteX0" fmla="*/ 0 w 1858088"/>
                  <a:gd name="connsiteY0" fmla="*/ 0 h 1789072"/>
                  <a:gd name="connsiteX1" fmla="*/ 796496 w 1858088"/>
                  <a:gd name="connsiteY1" fmla="*/ 16858 h 1789072"/>
                  <a:gd name="connsiteX2" fmla="*/ 1014926 w 1858088"/>
                  <a:gd name="connsiteY2" fmla="*/ 200740 h 1789072"/>
                  <a:gd name="connsiteX3" fmla="*/ 1199189 w 1858088"/>
                  <a:gd name="connsiteY3" fmla="*/ 1535297 h 1789072"/>
                  <a:gd name="connsiteX4" fmla="*/ 1858088 w 1858088"/>
                  <a:gd name="connsiteY4" fmla="*/ 1789072 h 1789072"/>
                  <a:gd name="connsiteX0" fmla="*/ 0 w 1858088"/>
                  <a:gd name="connsiteY0" fmla="*/ 0 h 1789072"/>
                  <a:gd name="connsiteX1" fmla="*/ 1014926 w 1858088"/>
                  <a:gd name="connsiteY1" fmla="*/ 200740 h 1789072"/>
                  <a:gd name="connsiteX2" fmla="*/ 1199189 w 1858088"/>
                  <a:gd name="connsiteY2" fmla="*/ 1535297 h 1789072"/>
                  <a:gd name="connsiteX3" fmla="*/ 1858088 w 1858088"/>
                  <a:gd name="connsiteY3" fmla="*/ 1789072 h 1789072"/>
                  <a:gd name="connsiteX0" fmla="*/ 0 w 1858088"/>
                  <a:gd name="connsiteY0" fmla="*/ 0 h 1790959"/>
                  <a:gd name="connsiteX1" fmla="*/ 965706 w 1858088"/>
                  <a:gd name="connsiteY1" fmla="*/ 10959 h 1790959"/>
                  <a:gd name="connsiteX2" fmla="*/ 1199189 w 1858088"/>
                  <a:gd name="connsiteY2" fmla="*/ 1535297 h 1790959"/>
                  <a:gd name="connsiteX3" fmla="*/ 1858088 w 1858088"/>
                  <a:gd name="connsiteY3" fmla="*/ 1789072 h 1790959"/>
                  <a:gd name="connsiteX0" fmla="*/ 0 w 1858088"/>
                  <a:gd name="connsiteY0" fmla="*/ 0 h 1790959"/>
                  <a:gd name="connsiteX1" fmla="*/ 965706 w 1858088"/>
                  <a:gd name="connsiteY1" fmla="*/ 10959 h 1790959"/>
                  <a:gd name="connsiteX2" fmla="*/ 1199189 w 1858088"/>
                  <a:gd name="connsiteY2" fmla="*/ 1535297 h 1790959"/>
                  <a:gd name="connsiteX3" fmla="*/ 1858088 w 1858088"/>
                  <a:gd name="connsiteY3" fmla="*/ 1789072 h 1790959"/>
                  <a:gd name="connsiteX0" fmla="*/ 0 w 1858088"/>
                  <a:gd name="connsiteY0" fmla="*/ 0 h 1790959"/>
                  <a:gd name="connsiteX1" fmla="*/ 965706 w 1858088"/>
                  <a:gd name="connsiteY1" fmla="*/ 10959 h 1790959"/>
                  <a:gd name="connsiteX2" fmla="*/ 1199189 w 1858088"/>
                  <a:gd name="connsiteY2" fmla="*/ 1535297 h 1790959"/>
                  <a:gd name="connsiteX3" fmla="*/ 1858088 w 1858088"/>
                  <a:gd name="connsiteY3" fmla="*/ 1789072 h 1790959"/>
                  <a:gd name="connsiteX0" fmla="*/ 0 w 1858088"/>
                  <a:gd name="connsiteY0" fmla="*/ 0 h 1790959"/>
                  <a:gd name="connsiteX1" fmla="*/ 965706 w 1858088"/>
                  <a:gd name="connsiteY1" fmla="*/ 10959 h 1790959"/>
                  <a:gd name="connsiteX2" fmla="*/ 1199189 w 1858088"/>
                  <a:gd name="connsiteY2" fmla="*/ 1535297 h 1790959"/>
                  <a:gd name="connsiteX3" fmla="*/ 1858088 w 1858088"/>
                  <a:gd name="connsiteY3" fmla="*/ 1789072 h 1790959"/>
                  <a:gd name="connsiteX0" fmla="*/ 0 w 1858088"/>
                  <a:gd name="connsiteY0" fmla="*/ 0 h 1794903"/>
                  <a:gd name="connsiteX1" fmla="*/ 965706 w 1858088"/>
                  <a:gd name="connsiteY1" fmla="*/ 10959 h 1794903"/>
                  <a:gd name="connsiteX2" fmla="*/ 1199189 w 1858088"/>
                  <a:gd name="connsiteY2" fmla="*/ 1535297 h 1794903"/>
                  <a:gd name="connsiteX3" fmla="*/ 1858088 w 1858088"/>
                  <a:gd name="connsiteY3" fmla="*/ 1789072 h 1794903"/>
                  <a:gd name="connsiteX0" fmla="*/ 0 w 1853986"/>
                  <a:gd name="connsiteY0" fmla="*/ 0 h 1806841"/>
                  <a:gd name="connsiteX1" fmla="*/ 965706 w 1853986"/>
                  <a:gd name="connsiteY1" fmla="*/ 10959 h 1806841"/>
                  <a:gd name="connsiteX2" fmla="*/ 1199189 w 1853986"/>
                  <a:gd name="connsiteY2" fmla="*/ 1535297 h 1806841"/>
                  <a:gd name="connsiteX3" fmla="*/ 1853986 w 1853986"/>
                  <a:gd name="connsiteY3" fmla="*/ 1806325 h 1806841"/>
                  <a:gd name="connsiteX0" fmla="*/ 0 w 1853986"/>
                  <a:gd name="connsiteY0" fmla="*/ 0 h 1819312"/>
                  <a:gd name="connsiteX1" fmla="*/ 965706 w 1853986"/>
                  <a:gd name="connsiteY1" fmla="*/ 10959 h 1819312"/>
                  <a:gd name="connsiteX2" fmla="*/ 1199189 w 1853986"/>
                  <a:gd name="connsiteY2" fmla="*/ 1535297 h 1819312"/>
                  <a:gd name="connsiteX3" fmla="*/ 1853986 w 1853986"/>
                  <a:gd name="connsiteY3" fmla="*/ 1819264 h 18193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853986" h="1819312">
                    <a:moveTo>
                      <a:pt x="0" y="0"/>
                    </a:moveTo>
                    <a:lnTo>
                      <a:pt x="965706" y="10959"/>
                    </a:lnTo>
                    <a:cubicBezTo>
                      <a:pt x="1020807" y="301051"/>
                      <a:pt x="1051142" y="1233913"/>
                      <a:pt x="1199189" y="1535297"/>
                    </a:cubicBezTo>
                    <a:cubicBezTo>
                      <a:pt x="1347236" y="1836681"/>
                      <a:pt x="1632949" y="1818685"/>
                      <a:pt x="1853986" y="1819264"/>
                    </a:cubicBezTo>
                  </a:path>
                </a:pathLst>
              </a:custGeom>
              <a:noFill/>
              <a:ln w="12382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sp>
          <p:nvSpPr>
            <p:cNvPr id="7" name="Lightning Bolt 4">
              <a:extLst>
                <a:ext uri="{FF2B5EF4-FFF2-40B4-BE49-F238E27FC236}">
                  <a16:creationId xmlns:a16="http://schemas.microsoft.com/office/drawing/2014/main" id="{A1365999-280B-AAB3-894E-A0A6E483347E}"/>
                </a:ext>
              </a:extLst>
            </p:cNvPr>
            <p:cNvSpPr>
              <a:spLocks/>
            </p:cNvSpPr>
            <p:nvPr/>
          </p:nvSpPr>
          <p:spPr>
            <a:xfrm rot="20698526" flipH="1">
              <a:off x="3959533" y="1477268"/>
              <a:ext cx="3027948" cy="2989081"/>
            </a:xfrm>
            <a:custGeom>
              <a:avLst/>
              <a:gdLst>
                <a:gd name="connsiteX0" fmla="*/ 8472 w 21600"/>
                <a:gd name="connsiteY0" fmla="*/ 0 h 21600"/>
                <a:gd name="connsiteX1" fmla="*/ 12860 w 21600"/>
                <a:gd name="connsiteY1" fmla="*/ 6080 h 21600"/>
                <a:gd name="connsiteX2" fmla="*/ 11050 w 21600"/>
                <a:gd name="connsiteY2" fmla="*/ 6797 h 21600"/>
                <a:gd name="connsiteX3" fmla="*/ 16577 w 21600"/>
                <a:gd name="connsiteY3" fmla="*/ 12007 h 21600"/>
                <a:gd name="connsiteX4" fmla="*/ 14767 w 21600"/>
                <a:gd name="connsiteY4" fmla="*/ 12877 h 21600"/>
                <a:gd name="connsiteX5" fmla="*/ 21600 w 21600"/>
                <a:gd name="connsiteY5" fmla="*/ 21600 h 21600"/>
                <a:gd name="connsiteX6" fmla="*/ 10012 w 21600"/>
                <a:gd name="connsiteY6" fmla="*/ 14915 h 21600"/>
                <a:gd name="connsiteX7" fmla="*/ 12222 w 21600"/>
                <a:gd name="connsiteY7" fmla="*/ 13987 h 21600"/>
                <a:gd name="connsiteX8" fmla="*/ 5022 w 21600"/>
                <a:gd name="connsiteY8" fmla="*/ 9705 h 21600"/>
                <a:gd name="connsiteX9" fmla="*/ 7602 w 21600"/>
                <a:gd name="connsiteY9" fmla="*/ 8382 h 21600"/>
                <a:gd name="connsiteX10" fmla="*/ 0 w 21600"/>
                <a:gd name="connsiteY10" fmla="*/ 3890 h 21600"/>
                <a:gd name="connsiteX11" fmla="*/ 8472 w 21600"/>
                <a:gd name="connsiteY11" fmla="*/ 0 h 21600"/>
                <a:gd name="connsiteX0" fmla="*/ 9160 w 21600"/>
                <a:gd name="connsiteY0" fmla="*/ 0 h 20270"/>
                <a:gd name="connsiteX1" fmla="*/ 12860 w 21600"/>
                <a:gd name="connsiteY1" fmla="*/ 4750 h 20270"/>
                <a:gd name="connsiteX2" fmla="*/ 11050 w 21600"/>
                <a:gd name="connsiteY2" fmla="*/ 5467 h 20270"/>
                <a:gd name="connsiteX3" fmla="*/ 16577 w 21600"/>
                <a:gd name="connsiteY3" fmla="*/ 10677 h 20270"/>
                <a:gd name="connsiteX4" fmla="*/ 14767 w 21600"/>
                <a:gd name="connsiteY4" fmla="*/ 11547 h 20270"/>
                <a:gd name="connsiteX5" fmla="*/ 21600 w 21600"/>
                <a:gd name="connsiteY5" fmla="*/ 20270 h 20270"/>
                <a:gd name="connsiteX6" fmla="*/ 10012 w 21600"/>
                <a:gd name="connsiteY6" fmla="*/ 13585 h 20270"/>
                <a:gd name="connsiteX7" fmla="*/ 12222 w 21600"/>
                <a:gd name="connsiteY7" fmla="*/ 12657 h 20270"/>
                <a:gd name="connsiteX8" fmla="*/ 5022 w 21600"/>
                <a:gd name="connsiteY8" fmla="*/ 8375 h 20270"/>
                <a:gd name="connsiteX9" fmla="*/ 7602 w 21600"/>
                <a:gd name="connsiteY9" fmla="*/ 7052 h 20270"/>
                <a:gd name="connsiteX10" fmla="*/ 0 w 21600"/>
                <a:gd name="connsiteY10" fmla="*/ 2560 h 20270"/>
                <a:gd name="connsiteX11" fmla="*/ 9160 w 21600"/>
                <a:gd name="connsiteY11" fmla="*/ 0 h 20270"/>
                <a:gd name="connsiteX0" fmla="*/ 8537 w 20977"/>
                <a:gd name="connsiteY0" fmla="*/ 0 h 20270"/>
                <a:gd name="connsiteX1" fmla="*/ 12237 w 20977"/>
                <a:gd name="connsiteY1" fmla="*/ 4750 h 20270"/>
                <a:gd name="connsiteX2" fmla="*/ 10427 w 20977"/>
                <a:gd name="connsiteY2" fmla="*/ 5467 h 20270"/>
                <a:gd name="connsiteX3" fmla="*/ 15954 w 20977"/>
                <a:gd name="connsiteY3" fmla="*/ 10677 h 20270"/>
                <a:gd name="connsiteX4" fmla="*/ 14144 w 20977"/>
                <a:gd name="connsiteY4" fmla="*/ 11547 h 20270"/>
                <a:gd name="connsiteX5" fmla="*/ 20977 w 20977"/>
                <a:gd name="connsiteY5" fmla="*/ 20270 h 20270"/>
                <a:gd name="connsiteX6" fmla="*/ 9389 w 20977"/>
                <a:gd name="connsiteY6" fmla="*/ 13585 h 20270"/>
                <a:gd name="connsiteX7" fmla="*/ 11599 w 20977"/>
                <a:gd name="connsiteY7" fmla="*/ 12657 h 20270"/>
                <a:gd name="connsiteX8" fmla="*/ 4399 w 20977"/>
                <a:gd name="connsiteY8" fmla="*/ 8375 h 20270"/>
                <a:gd name="connsiteX9" fmla="*/ 6979 w 20977"/>
                <a:gd name="connsiteY9" fmla="*/ 7052 h 20270"/>
                <a:gd name="connsiteX10" fmla="*/ 0 w 20977"/>
                <a:gd name="connsiteY10" fmla="*/ 2391 h 20270"/>
                <a:gd name="connsiteX11" fmla="*/ 8537 w 20977"/>
                <a:gd name="connsiteY11" fmla="*/ 0 h 20270"/>
                <a:gd name="connsiteX0" fmla="*/ 8537 w 20977"/>
                <a:gd name="connsiteY0" fmla="*/ 0 h 20270"/>
                <a:gd name="connsiteX1" fmla="*/ 12237 w 20977"/>
                <a:gd name="connsiteY1" fmla="*/ 4750 h 20270"/>
                <a:gd name="connsiteX2" fmla="*/ 15954 w 20977"/>
                <a:gd name="connsiteY2" fmla="*/ 10677 h 20270"/>
                <a:gd name="connsiteX3" fmla="*/ 14144 w 20977"/>
                <a:gd name="connsiteY3" fmla="*/ 11547 h 20270"/>
                <a:gd name="connsiteX4" fmla="*/ 20977 w 20977"/>
                <a:gd name="connsiteY4" fmla="*/ 20270 h 20270"/>
                <a:gd name="connsiteX5" fmla="*/ 9389 w 20977"/>
                <a:gd name="connsiteY5" fmla="*/ 13585 h 20270"/>
                <a:gd name="connsiteX6" fmla="*/ 11599 w 20977"/>
                <a:gd name="connsiteY6" fmla="*/ 12657 h 20270"/>
                <a:gd name="connsiteX7" fmla="*/ 4399 w 20977"/>
                <a:gd name="connsiteY7" fmla="*/ 8375 h 20270"/>
                <a:gd name="connsiteX8" fmla="*/ 6979 w 20977"/>
                <a:gd name="connsiteY8" fmla="*/ 7052 h 20270"/>
                <a:gd name="connsiteX9" fmla="*/ 0 w 20977"/>
                <a:gd name="connsiteY9" fmla="*/ 2391 h 20270"/>
                <a:gd name="connsiteX10" fmla="*/ 8537 w 20977"/>
                <a:gd name="connsiteY10" fmla="*/ 0 h 20270"/>
                <a:gd name="connsiteX0" fmla="*/ 8537 w 20977"/>
                <a:gd name="connsiteY0" fmla="*/ 0 h 20270"/>
                <a:gd name="connsiteX1" fmla="*/ 12237 w 20977"/>
                <a:gd name="connsiteY1" fmla="*/ 4750 h 20270"/>
                <a:gd name="connsiteX2" fmla="*/ 15954 w 20977"/>
                <a:gd name="connsiteY2" fmla="*/ 10677 h 20270"/>
                <a:gd name="connsiteX3" fmla="*/ 14144 w 20977"/>
                <a:gd name="connsiteY3" fmla="*/ 11547 h 20270"/>
                <a:gd name="connsiteX4" fmla="*/ 20977 w 20977"/>
                <a:gd name="connsiteY4" fmla="*/ 20270 h 20270"/>
                <a:gd name="connsiteX5" fmla="*/ 9389 w 20977"/>
                <a:gd name="connsiteY5" fmla="*/ 13585 h 20270"/>
                <a:gd name="connsiteX6" fmla="*/ 11599 w 20977"/>
                <a:gd name="connsiteY6" fmla="*/ 12657 h 20270"/>
                <a:gd name="connsiteX7" fmla="*/ 6979 w 20977"/>
                <a:gd name="connsiteY7" fmla="*/ 7052 h 20270"/>
                <a:gd name="connsiteX8" fmla="*/ 0 w 20977"/>
                <a:gd name="connsiteY8" fmla="*/ 2391 h 20270"/>
                <a:gd name="connsiteX9" fmla="*/ 8537 w 20977"/>
                <a:gd name="connsiteY9" fmla="*/ 0 h 20270"/>
                <a:gd name="connsiteX0" fmla="*/ 8537 w 20977"/>
                <a:gd name="connsiteY0" fmla="*/ 0 h 20270"/>
                <a:gd name="connsiteX1" fmla="*/ 12237 w 20977"/>
                <a:gd name="connsiteY1" fmla="*/ 4750 h 20270"/>
                <a:gd name="connsiteX2" fmla="*/ 15954 w 20977"/>
                <a:gd name="connsiteY2" fmla="*/ 10677 h 20270"/>
                <a:gd name="connsiteX3" fmla="*/ 14144 w 20977"/>
                <a:gd name="connsiteY3" fmla="*/ 11547 h 20270"/>
                <a:gd name="connsiteX4" fmla="*/ 20977 w 20977"/>
                <a:gd name="connsiteY4" fmla="*/ 20270 h 20270"/>
                <a:gd name="connsiteX5" fmla="*/ 9389 w 20977"/>
                <a:gd name="connsiteY5" fmla="*/ 13585 h 20270"/>
                <a:gd name="connsiteX6" fmla="*/ 11599 w 20977"/>
                <a:gd name="connsiteY6" fmla="*/ 12657 h 20270"/>
                <a:gd name="connsiteX7" fmla="*/ 0 w 20977"/>
                <a:gd name="connsiteY7" fmla="*/ 2391 h 20270"/>
                <a:gd name="connsiteX8" fmla="*/ 8537 w 20977"/>
                <a:gd name="connsiteY8" fmla="*/ 0 h 20270"/>
                <a:gd name="connsiteX0" fmla="*/ 8537 w 20977"/>
                <a:gd name="connsiteY0" fmla="*/ 0 h 20270"/>
                <a:gd name="connsiteX1" fmla="*/ 15954 w 20977"/>
                <a:gd name="connsiteY1" fmla="*/ 10677 h 20270"/>
                <a:gd name="connsiteX2" fmla="*/ 14144 w 20977"/>
                <a:gd name="connsiteY2" fmla="*/ 11547 h 20270"/>
                <a:gd name="connsiteX3" fmla="*/ 20977 w 20977"/>
                <a:gd name="connsiteY3" fmla="*/ 20270 h 20270"/>
                <a:gd name="connsiteX4" fmla="*/ 9389 w 20977"/>
                <a:gd name="connsiteY4" fmla="*/ 13585 h 20270"/>
                <a:gd name="connsiteX5" fmla="*/ 11599 w 20977"/>
                <a:gd name="connsiteY5" fmla="*/ 12657 h 20270"/>
                <a:gd name="connsiteX6" fmla="*/ 0 w 20977"/>
                <a:gd name="connsiteY6" fmla="*/ 2391 h 20270"/>
                <a:gd name="connsiteX7" fmla="*/ 8537 w 20977"/>
                <a:gd name="connsiteY7" fmla="*/ 0 h 20270"/>
                <a:gd name="connsiteX0" fmla="*/ 8537 w 20977"/>
                <a:gd name="connsiteY0" fmla="*/ 0 h 20270"/>
                <a:gd name="connsiteX1" fmla="*/ 15954 w 20977"/>
                <a:gd name="connsiteY1" fmla="*/ 10677 h 20270"/>
                <a:gd name="connsiteX2" fmla="*/ 14144 w 20977"/>
                <a:gd name="connsiteY2" fmla="*/ 11547 h 20270"/>
                <a:gd name="connsiteX3" fmla="*/ 20977 w 20977"/>
                <a:gd name="connsiteY3" fmla="*/ 20270 h 20270"/>
                <a:gd name="connsiteX4" fmla="*/ 1463 w 20977"/>
                <a:gd name="connsiteY4" fmla="*/ 10815 h 20270"/>
                <a:gd name="connsiteX5" fmla="*/ 11599 w 20977"/>
                <a:gd name="connsiteY5" fmla="*/ 12657 h 20270"/>
                <a:gd name="connsiteX6" fmla="*/ 0 w 20977"/>
                <a:gd name="connsiteY6" fmla="*/ 2391 h 20270"/>
                <a:gd name="connsiteX7" fmla="*/ 8537 w 20977"/>
                <a:gd name="connsiteY7" fmla="*/ 0 h 20270"/>
                <a:gd name="connsiteX0" fmla="*/ 8537 w 20977"/>
                <a:gd name="connsiteY0" fmla="*/ 0 h 20270"/>
                <a:gd name="connsiteX1" fmla="*/ 19366 w 20977"/>
                <a:gd name="connsiteY1" fmla="*/ 11918 h 20270"/>
                <a:gd name="connsiteX2" fmla="*/ 14144 w 20977"/>
                <a:gd name="connsiteY2" fmla="*/ 11547 h 20270"/>
                <a:gd name="connsiteX3" fmla="*/ 20977 w 20977"/>
                <a:gd name="connsiteY3" fmla="*/ 20270 h 20270"/>
                <a:gd name="connsiteX4" fmla="*/ 1463 w 20977"/>
                <a:gd name="connsiteY4" fmla="*/ 10815 h 20270"/>
                <a:gd name="connsiteX5" fmla="*/ 11599 w 20977"/>
                <a:gd name="connsiteY5" fmla="*/ 12657 h 20270"/>
                <a:gd name="connsiteX6" fmla="*/ 0 w 20977"/>
                <a:gd name="connsiteY6" fmla="*/ 2391 h 20270"/>
                <a:gd name="connsiteX7" fmla="*/ 8537 w 20977"/>
                <a:gd name="connsiteY7" fmla="*/ 0 h 20270"/>
                <a:gd name="connsiteX0" fmla="*/ 8537 w 20977"/>
                <a:gd name="connsiteY0" fmla="*/ 0 h 20270"/>
                <a:gd name="connsiteX1" fmla="*/ 19097 w 20977"/>
                <a:gd name="connsiteY1" fmla="*/ 12476 h 20270"/>
                <a:gd name="connsiteX2" fmla="*/ 14144 w 20977"/>
                <a:gd name="connsiteY2" fmla="*/ 11547 h 20270"/>
                <a:gd name="connsiteX3" fmla="*/ 20977 w 20977"/>
                <a:gd name="connsiteY3" fmla="*/ 20270 h 20270"/>
                <a:gd name="connsiteX4" fmla="*/ 1463 w 20977"/>
                <a:gd name="connsiteY4" fmla="*/ 10815 h 20270"/>
                <a:gd name="connsiteX5" fmla="*/ 11599 w 20977"/>
                <a:gd name="connsiteY5" fmla="*/ 12657 h 20270"/>
                <a:gd name="connsiteX6" fmla="*/ 0 w 20977"/>
                <a:gd name="connsiteY6" fmla="*/ 2391 h 20270"/>
                <a:gd name="connsiteX7" fmla="*/ 8537 w 20977"/>
                <a:gd name="connsiteY7" fmla="*/ 0 h 20270"/>
                <a:gd name="connsiteX0" fmla="*/ 8537 w 20977"/>
                <a:gd name="connsiteY0" fmla="*/ 0 h 20270"/>
                <a:gd name="connsiteX1" fmla="*/ 19097 w 20977"/>
                <a:gd name="connsiteY1" fmla="*/ 12476 h 20270"/>
                <a:gd name="connsiteX2" fmla="*/ 14144 w 20977"/>
                <a:gd name="connsiteY2" fmla="*/ 11547 h 20270"/>
                <a:gd name="connsiteX3" fmla="*/ 20977 w 20977"/>
                <a:gd name="connsiteY3" fmla="*/ 20270 h 20270"/>
                <a:gd name="connsiteX4" fmla="*/ 4418 w 20977"/>
                <a:gd name="connsiteY4" fmla="*/ 11033 h 20270"/>
                <a:gd name="connsiteX5" fmla="*/ 11599 w 20977"/>
                <a:gd name="connsiteY5" fmla="*/ 12657 h 20270"/>
                <a:gd name="connsiteX6" fmla="*/ 0 w 20977"/>
                <a:gd name="connsiteY6" fmla="*/ 2391 h 20270"/>
                <a:gd name="connsiteX7" fmla="*/ 8537 w 20977"/>
                <a:gd name="connsiteY7" fmla="*/ 0 h 20270"/>
                <a:gd name="connsiteX0" fmla="*/ 8537 w 20977"/>
                <a:gd name="connsiteY0" fmla="*/ 0 h 20270"/>
                <a:gd name="connsiteX1" fmla="*/ 19097 w 20977"/>
                <a:gd name="connsiteY1" fmla="*/ 12476 h 20270"/>
                <a:gd name="connsiteX2" fmla="*/ 14144 w 20977"/>
                <a:gd name="connsiteY2" fmla="*/ 11547 h 20270"/>
                <a:gd name="connsiteX3" fmla="*/ 20977 w 20977"/>
                <a:gd name="connsiteY3" fmla="*/ 20270 h 20270"/>
                <a:gd name="connsiteX4" fmla="*/ 5380 w 20977"/>
                <a:gd name="connsiteY4" fmla="*/ 10216 h 20270"/>
                <a:gd name="connsiteX5" fmla="*/ 11599 w 20977"/>
                <a:gd name="connsiteY5" fmla="*/ 12657 h 20270"/>
                <a:gd name="connsiteX6" fmla="*/ 0 w 20977"/>
                <a:gd name="connsiteY6" fmla="*/ 2391 h 20270"/>
                <a:gd name="connsiteX7" fmla="*/ 8537 w 20977"/>
                <a:gd name="connsiteY7" fmla="*/ 0 h 20270"/>
                <a:gd name="connsiteX0" fmla="*/ 8537 w 20977"/>
                <a:gd name="connsiteY0" fmla="*/ 0 h 20270"/>
                <a:gd name="connsiteX1" fmla="*/ 19097 w 20977"/>
                <a:gd name="connsiteY1" fmla="*/ 12476 h 20270"/>
                <a:gd name="connsiteX2" fmla="*/ 14144 w 20977"/>
                <a:gd name="connsiteY2" fmla="*/ 11547 h 20270"/>
                <a:gd name="connsiteX3" fmla="*/ 20977 w 20977"/>
                <a:gd name="connsiteY3" fmla="*/ 20270 h 20270"/>
                <a:gd name="connsiteX4" fmla="*/ 5233 w 20977"/>
                <a:gd name="connsiteY4" fmla="*/ 10905 h 20270"/>
                <a:gd name="connsiteX5" fmla="*/ 11599 w 20977"/>
                <a:gd name="connsiteY5" fmla="*/ 12657 h 20270"/>
                <a:gd name="connsiteX6" fmla="*/ 0 w 20977"/>
                <a:gd name="connsiteY6" fmla="*/ 2391 h 20270"/>
                <a:gd name="connsiteX7" fmla="*/ 8537 w 20977"/>
                <a:gd name="connsiteY7" fmla="*/ 0 h 20270"/>
                <a:gd name="connsiteX0" fmla="*/ 8537 w 20977"/>
                <a:gd name="connsiteY0" fmla="*/ 0 h 20270"/>
                <a:gd name="connsiteX1" fmla="*/ 19097 w 20977"/>
                <a:gd name="connsiteY1" fmla="*/ 12476 h 20270"/>
                <a:gd name="connsiteX2" fmla="*/ 14144 w 20977"/>
                <a:gd name="connsiteY2" fmla="*/ 11547 h 20270"/>
                <a:gd name="connsiteX3" fmla="*/ 20977 w 20977"/>
                <a:gd name="connsiteY3" fmla="*/ 20270 h 20270"/>
                <a:gd name="connsiteX4" fmla="*/ 5260 w 20977"/>
                <a:gd name="connsiteY4" fmla="*/ 11305 h 20270"/>
                <a:gd name="connsiteX5" fmla="*/ 11599 w 20977"/>
                <a:gd name="connsiteY5" fmla="*/ 12657 h 20270"/>
                <a:gd name="connsiteX6" fmla="*/ 0 w 20977"/>
                <a:gd name="connsiteY6" fmla="*/ 2391 h 20270"/>
                <a:gd name="connsiteX7" fmla="*/ 8537 w 20977"/>
                <a:gd name="connsiteY7" fmla="*/ 0 h 20270"/>
                <a:gd name="connsiteX0" fmla="*/ 6039 w 20977"/>
                <a:gd name="connsiteY0" fmla="*/ 0 h 19465"/>
                <a:gd name="connsiteX1" fmla="*/ 19097 w 20977"/>
                <a:gd name="connsiteY1" fmla="*/ 11671 h 19465"/>
                <a:gd name="connsiteX2" fmla="*/ 14144 w 20977"/>
                <a:gd name="connsiteY2" fmla="*/ 10742 h 19465"/>
                <a:gd name="connsiteX3" fmla="*/ 20977 w 20977"/>
                <a:gd name="connsiteY3" fmla="*/ 19465 h 19465"/>
                <a:gd name="connsiteX4" fmla="*/ 5260 w 20977"/>
                <a:gd name="connsiteY4" fmla="*/ 10500 h 19465"/>
                <a:gd name="connsiteX5" fmla="*/ 11599 w 20977"/>
                <a:gd name="connsiteY5" fmla="*/ 11852 h 19465"/>
                <a:gd name="connsiteX6" fmla="*/ 0 w 20977"/>
                <a:gd name="connsiteY6" fmla="*/ 1586 h 19465"/>
                <a:gd name="connsiteX7" fmla="*/ 6039 w 20977"/>
                <a:gd name="connsiteY7" fmla="*/ 0 h 19465"/>
                <a:gd name="connsiteX0" fmla="*/ 6039 w 20977"/>
                <a:gd name="connsiteY0" fmla="*/ 0 h 19465"/>
                <a:gd name="connsiteX1" fmla="*/ 19097 w 20977"/>
                <a:gd name="connsiteY1" fmla="*/ 11671 h 19465"/>
                <a:gd name="connsiteX2" fmla="*/ 14144 w 20977"/>
                <a:gd name="connsiteY2" fmla="*/ 10742 h 19465"/>
                <a:gd name="connsiteX3" fmla="*/ 20977 w 20977"/>
                <a:gd name="connsiteY3" fmla="*/ 19465 h 19465"/>
                <a:gd name="connsiteX4" fmla="*/ 3959 w 20977"/>
                <a:gd name="connsiteY4" fmla="*/ 7983 h 19465"/>
                <a:gd name="connsiteX5" fmla="*/ 11599 w 20977"/>
                <a:gd name="connsiteY5" fmla="*/ 11852 h 19465"/>
                <a:gd name="connsiteX6" fmla="*/ 0 w 20977"/>
                <a:gd name="connsiteY6" fmla="*/ 1586 h 19465"/>
                <a:gd name="connsiteX7" fmla="*/ 6039 w 20977"/>
                <a:gd name="connsiteY7" fmla="*/ 0 h 19465"/>
                <a:gd name="connsiteX0" fmla="*/ 6039 w 20977"/>
                <a:gd name="connsiteY0" fmla="*/ 0 h 19465"/>
                <a:gd name="connsiteX1" fmla="*/ 19097 w 20977"/>
                <a:gd name="connsiteY1" fmla="*/ 11671 h 19465"/>
                <a:gd name="connsiteX2" fmla="*/ 14144 w 20977"/>
                <a:gd name="connsiteY2" fmla="*/ 10742 h 19465"/>
                <a:gd name="connsiteX3" fmla="*/ 20977 w 20977"/>
                <a:gd name="connsiteY3" fmla="*/ 19465 h 19465"/>
                <a:gd name="connsiteX4" fmla="*/ 3959 w 20977"/>
                <a:gd name="connsiteY4" fmla="*/ 7983 h 19465"/>
                <a:gd name="connsiteX5" fmla="*/ 8317 w 20977"/>
                <a:gd name="connsiteY5" fmla="*/ 8948 h 19465"/>
                <a:gd name="connsiteX6" fmla="*/ 0 w 20977"/>
                <a:gd name="connsiteY6" fmla="*/ 1586 h 19465"/>
                <a:gd name="connsiteX7" fmla="*/ 6039 w 20977"/>
                <a:gd name="connsiteY7" fmla="*/ 0 h 19465"/>
                <a:gd name="connsiteX0" fmla="*/ 6039 w 20977"/>
                <a:gd name="connsiteY0" fmla="*/ 0 h 19465"/>
                <a:gd name="connsiteX1" fmla="*/ 19097 w 20977"/>
                <a:gd name="connsiteY1" fmla="*/ 11671 h 19465"/>
                <a:gd name="connsiteX2" fmla="*/ 11084 w 20977"/>
                <a:gd name="connsiteY2" fmla="*/ 8025 h 19465"/>
                <a:gd name="connsiteX3" fmla="*/ 20977 w 20977"/>
                <a:gd name="connsiteY3" fmla="*/ 19465 h 19465"/>
                <a:gd name="connsiteX4" fmla="*/ 3959 w 20977"/>
                <a:gd name="connsiteY4" fmla="*/ 7983 h 19465"/>
                <a:gd name="connsiteX5" fmla="*/ 8317 w 20977"/>
                <a:gd name="connsiteY5" fmla="*/ 8948 h 19465"/>
                <a:gd name="connsiteX6" fmla="*/ 0 w 20977"/>
                <a:gd name="connsiteY6" fmla="*/ 1586 h 19465"/>
                <a:gd name="connsiteX7" fmla="*/ 6039 w 20977"/>
                <a:gd name="connsiteY7" fmla="*/ 0 h 19465"/>
                <a:gd name="connsiteX0" fmla="*/ 6039 w 20977"/>
                <a:gd name="connsiteY0" fmla="*/ 0 h 19465"/>
                <a:gd name="connsiteX1" fmla="*/ 17255 w 20977"/>
                <a:gd name="connsiteY1" fmla="*/ 9049 h 19465"/>
                <a:gd name="connsiteX2" fmla="*/ 11084 w 20977"/>
                <a:gd name="connsiteY2" fmla="*/ 8025 h 19465"/>
                <a:gd name="connsiteX3" fmla="*/ 20977 w 20977"/>
                <a:gd name="connsiteY3" fmla="*/ 19465 h 19465"/>
                <a:gd name="connsiteX4" fmla="*/ 3959 w 20977"/>
                <a:gd name="connsiteY4" fmla="*/ 7983 h 19465"/>
                <a:gd name="connsiteX5" fmla="*/ 8317 w 20977"/>
                <a:gd name="connsiteY5" fmla="*/ 8948 h 19465"/>
                <a:gd name="connsiteX6" fmla="*/ 0 w 20977"/>
                <a:gd name="connsiteY6" fmla="*/ 1586 h 19465"/>
                <a:gd name="connsiteX7" fmla="*/ 6039 w 20977"/>
                <a:gd name="connsiteY7" fmla="*/ 0 h 19465"/>
                <a:gd name="connsiteX0" fmla="*/ 6039 w 18793"/>
                <a:gd name="connsiteY0" fmla="*/ 0 h 17745"/>
                <a:gd name="connsiteX1" fmla="*/ 17255 w 18793"/>
                <a:gd name="connsiteY1" fmla="*/ 9049 h 17745"/>
                <a:gd name="connsiteX2" fmla="*/ 11084 w 18793"/>
                <a:gd name="connsiteY2" fmla="*/ 8025 h 17745"/>
                <a:gd name="connsiteX3" fmla="*/ 18793 w 18793"/>
                <a:gd name="connsiteY3" fmla="*/ 17745 h 17745"/>
                <a:gd name="connsiteX4" fmla="*/ 3959 w 18793"/>
                <a:gd name="connsiteY4" fmla="*/ 7983 h 17745"/>
                <a:gd name="connsiteX5" fmla="*/ 8317 w 18793"/>
                <a:gd name="connsiteY5" fmla="*/ 8948 h 17745"/>
                <a:gd name="connsiteX6" fmla="*/ 0 w 18793"/>
                <a:gd name="connsiteY6" fmla="*/ 1586 h 17745"/>
                <a:gd name="connsiteX7" fmla="*/ 6039 w 18793"/>
                <a:gd name="connsiteY7" fmla="*/ 0 h 17745"/>
                <a:gd name="connsiteX0" fmla="*/ 6039 w 18793"/>
                <a:gd name="connsiteY0" fmla="*/ 0 h 17745"/>
                <a:gd name="connsiteX1" fmla="*/ 17255 w 18793"/>
                <a:gd name="connsiteY1" fmla="*/ 9049 h 17745"/>
                <a:gd name="connsiteX2" fmla="*/ 11084 w 18793"/>
                <a:gd name="connsiteY2" fmla="*/ 8025 h 17745"/>
                <a:gd name="connsiteX3" fmla="*/ 18793 w 18793"/>
                <a:gd name="connsiteY3" fmla="*/ 17745 h 17745"/>
                <a:gd name="connsiteX4" fmla="*/ 4244 w 18793"/>
                <a:gd name="connsiteY4" fmla="*/ 7177 h 17745"/>
                <a:gd name="connsiteX5" fmla="*/ 8317 w 18793"/>
                <a:gd name="connsiteY5" fmla="*/ 8948 h 17745"/>
                <a:gd name="connsiteX6" fmla="*/ 0 w 18793"/>
                <a:gd name="connsiteY6" fmla="*/ 1586 h 17745"/>
                <a:gd name="connsiteX7" fmla="*/ 6039 w 18793"/>
                <a:gd name="connsiteY7" fmla="*/ 0 h 17745"/>
                <a:gd name="connsiteX0" fmla="*/ 6039 w 18793"/>
                <a:gd name="connsiteY0" fmla="*/ 0 h 17745"/>
                <a:gd name="connsiteX1" fmla="*/ 16457 w 18793"/>
                <a:gd name="connsiteY1" fmla="*/ 10150 h 17745"/>
                <a:gd name="connsiteX2" fmla="*/ 11084 w 18793"/>
                <a:gd name="connsiteY2" fmla="*/ 8025 h 17745"/>
                <a:gd name="connsiteX3" fmla="*/ 18793 w 18793"/>
                <a:gd name="connsiteY3" fmla="*/ 17745 h 17745"/>
                <a:gd name="connsiteX4" fmla="*/ 4244 w 18793"/>
                <a:gd name="connsiteY4" fmla="*/ 7177 h 17745"/>
                <a:gd name="connsiteX5" fmla="*/ 8317 w 18793"/>
                <a:gd name="connsiteY5" fmla="*/ 8948 h 17745"/>
                <a:gd name="connsiteX6" fmla="*/ 0 w 18793"/>
                <a:gd name="connsiteY6" fmla="*/ 1586 h 17745"/>
                <a:gd name="connsiteX7" fmla="*/ 6039 w 18793"/>
                <a:gd name="connsiteY7" fmla="*/ 0 h 177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8793" h="17745">
                  <a:moveTo>
                    <a:pt x="6039" y="0"/>
                  </a:moveTo>
                  <a:lnTo>
                    <a:pt x="16457" y="10150"/>
                  </a:lnTo>
                  <a:lnTo>
                    <a:pt x="11084" y="8025"/>
                  </a:lnTo>
                  <a:lnTo>
                    <a:pt x="18793" y="17745"/>
                  </a:lnTo>
                  <a:lnTo>
                    <a:pt x="4244" y="7177"/>
                  </a:lnTo>
                  <a:lnTo>
                    <a:pt x="8317" y="8948"/>
                  </a:lnTo>
                  <a:lnTo>
                    <a:pt x="0" y="1586"/>
                  </a:lnTo>
                  <a:lnTo>
                    <a:pt x="6039" y="0"/>
                  </a:lnTo>
                  <a:close/>
                </a:path>
              </a:pathLst>
            </a:custGeom>
            <a:solidFill>
              <a:srgbClr val="C00000"/>
            </a:solidFill>
            <a:ln w="149225">
              <a:gradFill flip="none" rotWithShape="1">
                <a:gsLst>
                  <a:gs pos="0">
                    <a:schemeClr val="accent1">
                      <a:lumMod val="5000"/>
                      <a:lumOff val="95000"/>
                      <a:alpha val="0"/>
                    </a:schemeClr>
                  </a:gs>
                  <a:gs pos="42000">
                    <a:schemeClr val="accent4">
                      <a:alpha val="12034"/>
                    </a:schemeClr>
                  </a:gs>
                  <a:gs pos="83000">
                    <a:schemeClr val="accent4"/>
                  </a:gs>
                  <a:gs pos="99000">
                    <a:schemeClr val="accent4">
                      <a:lumMod val="83434"/>
                    </a:schemeClr>
                  </a:gs>
                </a:gsLst>
                <a:lin ang="19800000" scaled="0"/>
                <a:tileRect/>
              </a:gra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8" name="Hexagon 7">
              <a:extLst>
                <a:ext uri="{FF2B5EF4-FFF2-40B4-BE49-F238E27FC236}">
                  <a16:creationId xmlns:a16="http://schemas.microsoft.com/office/drawing/2014/main" id="{94948F71-1AB3-1EBC-4219-BD05C1CE1305}"/>
                </a:ext>
              </a:extLst>
            </p:cNvPr>
            <p:cNvSpPr>
              <a:spLocks/>
            </p:cNvSpPr>
            <p:nvPr/>
          </p:nvSpPr>
          <p:spPr>
            <a:xfrm>
              <a:off x="2888974" y="1299600"/>
              <a:ext cx="4797287" cy="4174435"/>
            </a:xfrm>
            <a:prstGeom prst="hexagon">
              <a:avLst/>
            </a:prstGeom>
            <a:noFill/>
            <a:ln w="2032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424205410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7F1A05-B94B-19BC-B21C-16DE49E25A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Hexagon 2" hidden="1">
            <a:extLst>
              <a:ext uri="{FF2B5EF4-FFF2-40B4-BE49-F238E27FC236}">
                <a16:creationId xmlns:a16="http://schemas.microsoft.com/office/drawing/2014/main" id="{678CDBDC-119A-B7AD-7647-3F9CAAF88C22}"/>
              </a:ext>
            </a:extLst>
          </p:cNvPr>
          <p:cNvSpPr>
            <a:spLocks/>
          </p:cNvSpPr>
          <p:nvPr/>
        </p:nvSpPr>
        <p:spPr>
          <a:xfrm>
            <a:off x="2705421" y="1341339"/>
            <a:ext cx="4797287" cy="4174435"/>
          </a:xfrm>
          <a:prstGeom prst="hexagon">
            <a:avLst/>
          </a:prstGeom>
          <a:solidFill>
            <a:srgbClr val="FFC000"/>
          </a:solidFill>
          <a:ln w="2032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463A776B-4476-9CC2-BD6B-39469715600D}"/>
              </a:ext>
            </a:extLst>
          </p:cNvPr>
          <p:cNvGrpSpPr/>
          <p:nvPr/>
        </p:nvGrpSpPr>
        <p:grpSpPr>
          <a:xfrm>
            <a:off x="3167016" y="2574874"/>
            <a:ext cx="3891743" cy="1819312"/>
            <a:chOff x="3350569" y="2532248"/>
            <a:chExt cx="3891743" cy="1819312"/>
          </a:xfrm>
        </p:grpSpPr>
        <p:sp>
          <p:nvSpPr>
            <p:cNvPr id="10" name="Freeform 9">
              <a:extLst>
                <a:ext uri="{FF2B5EF4-FFF2-40B4-BE49-F238E27FC236}">
                  <a16:creationId xmlns:a16="http://schemas.microsoft.com/office/drawing/2014/main" id="{5774D8BC-B120-4D06-76E3-F5370D83346F}"/>
                </a:ext>
              </a:extLst>
            </p:cNvPr>
            <p:cNvSpPr/>
            <p:nvPr/>
          </p:nvSpPr>
          <p:spPr>
            <a:xfrm>
              <a:off x="3350569" y="2532248"/>
              <a:ext cx="1949562" cy="1819312"/>
            </a:xfrm>
            <a:custGeom>
              <a:avLst/>
              <a:gdLst>
                <a:gd name="connsiteX0" fmla="*/ 0 w 5009321"/>
                <a:gd name="connsiteY0" fmla="*/ 312756 h 1821094"/>
                <a:gd name="connsiteX1" fmla="*/ 1364974 w 5009321"/>
                <a:gd name="connsiteY1" fmla="*/ 273000 h 1821094"/>
                <a:gd name="connsiteX2" fmla="*/ 1630017 w 5009321"/>
                <a:gd name="connsiteY2" fmla="*/ 1571713 h 1821094"/>
                <a:gd name="connsiteX3" fmla="*/ 2372139 w 5009321"/>
                <a:gd name="connsiteY3" fmla="*/ 1717487 h 1821094"/>
                <a:gd name="connsiteX4" fmla="*/ 2849217 w 5009321"/>
                <a:gd name="connsiteY4" fmla="*/ 1690982 h 1821094"/>
                <a:gd name="connsiteX5" fmla="*/ 3114261 w 5009321"/>
                <a:gd name="connsiteY5" fmla="*/ 127226 h 1821094"/>
                <a:gd name="connsiteX6" fmla="*/ 4691269 w 5009321"/>
                <a:gd name="connsiteY6" fmla="*/ 87469 h 1821094"/>
                <a:gd name="connsiteX7" fmla="*/ 5009321 w 5009321"/>
                <a:gd name="connsiteY7" fmla="*/ 60965 h 1821094"/>
                <a:gd name="connsiteX0" fmla="*/ 0 w 5261112"/>
                <a:gd name="connsiteY0" fmla="*/ 100721 h 1821094"/>
                <a:gd name="connsiteX1" fmla="*/ 1616765 w 5261112"/>
                <a:gd name="connsiteY1" fmla="*/ 273000 h 1821094"/>
                <a:gd name="connsiteX2" fmla="*/ 1881808 w 5261112"/>
                <a:gd name="connsiteY2" fmla="*/ 1571713 h 1821094"/>
                <a:gd name="connsiteX3" fmla="*/ 2623930 w 5261112"/>
                <a:gd name="connsiteY3" fmla="*/ 1717487 h 1821094"/>
                <a:gd name="connsiteX4" fmla="*/ 3101008 w 5261112"/>
                <a:gd name="connsiteY4" fmla="*/ 1690982 h 1821094"/>
                <a:gd name="connsiteX5" fmla="*/ 3366052 w 5261112"/>
                <a:gd name="connsiteY5" fmla="*/ 127226 h 1821094"/>
                <a:gd name="connsiteX6" fmla="*/ 4943060 w 5261112"/>
                <a:gd name="connsiteY6" fmla="*/ 87469 h 1821094"/>
                <a:gd name="connsiteX7" fmla="*/ 5261112 w 5261112"/>
                <a:gd name="connsiteY7" fmla="*/ 60965 h 1821094"/>
                <a:gd name="connsiteX0" fmla="*/ 0 w 5261112"/>
                <a:gd name="connsiteY0" fmla="*/ 100721 h 1821094"/>
                <a:gd name="connsiteX1" fmla="*/ 1616765 w 5261112"/>
                <a:gd name="connsiteY1" fmla="*/ 273000 h 1821094"/>
                <a:gd name="connsiteX2" fmla="*/ 1881808 w 5261112"/>
                <a:gd name="connsiteY2" fmla="*/ 1571713 h 1821094"/>
                <a:gd name="connsiteX3" fmla="*/ 2623930 w 5261112"/>
                <a:gd name="connsiteY3" fmla="*/ 1717487 h 1821094"/>
                <a:gd name="connsiteX4" fmla="*/ 3101008 w 5261112"/>
                <a:gd name="connsiteY4" fmla="*/ 1690982 h 1821094"/>
                <a:gd name="connsiteX5" fmla="*/ 3366052 w 5261112"/>
                <a:gd name="connsiteY5" fmla="*/ 127226 h 1821094"/>
                <a:gd name="connsiteX6" fmla="*/ 4943060 w 5261112"/>
                <a:gd name="connsiteY6" fmla="*/ 87469 h 1821094"/>
                <a:gd name="connsiteX7" fmla="*/ 5261112 w 5261112"/>
                <a:gd name="connsiteY7" fmla="*/ 60965 h 1821094"/>
                <a:gd name="connsiteX0" fmla="*/ 0 w 5261112"/>
                <a:gd name="connsiteY0" fmla="*/ 100721 h 1821094"/>
                <a:gd name="connsiteX1" fmla="*/ 1616765 w 5261112"/>
                <a:gd name="connsiteY1" fmla="*/ 273000 h 1821094"/>
                <a:gd name="connsiteX2" fmla="*/ 1881808 w 5261112"/>
                <a:gd name="connsiteY2" fmla="*/ 1571713 h 1821094"/>
                <a:gd name="connsiteX3" fmla="*/ 2623930 w 5261112"/>
                <a:gd name="connsiteY3" fmla="*/ 1717487 h 1821094"/>
                <a:gd name="connsiteX4" fmla="*/ 3101008 w 5261112"/>
                <a:gd name="connsiteY4" fmla="*/ 1690982 h 1821094"/>
                <a:gd name="connsiteX5" fmla="*/ 3366052 w 5261112"/>
                <a:gd name="connsiteY5" fmla="*/ 127226 h 1821094"/>
                <a:gd name="connsiteX6" fmla="*/ 4943060 w 5261112"/>
                <a:gd name="connsiteY6" fmla="*/ 87469 h 1821094"/>
                <a:gd name="connsiteX7" fmla="*/ 5261112 w 5261112"/>
                <a:gd name="connsiteY7" fmla="*/ 60965 h 1821094"/>
                <a:gd name="connsiteX0" fmla="*/ 0 w 5261112"/>
                <a:gd name="connsiteY0" fmla="*/ 100721 h 1821094"/>
                <a:gd name="connsiteX1" fmla="*/ 1616765 w 5261112"/>
                <a:gd name="connsiteY1" fmla="*/ 127227 h 1821094"/>
                <a:gd name="connsiteX2" fmla="*/ 1881808 w 5261112"/>
                <a:gd name="connsiteY2" fmla="*/ 1571713 h 1821094"/>
                <a:gd name="connsiteX3" fmla="*/ 2623930 w 5261112"/>
                <a:gd name="connsiteY3" fmla="*/ 1717487 h 1821094"/>
                <a:gd name="connsiteX4" fmla="*/ 3101008 w 5261112"/>
                <a:gd name="connsiteY4" fmla="*/ 1690982 h 1821094"/>
                <a:gd name="connsiteX5" fmla="*/ 3366052 w 5261112"/>
                <a:gd name="connsiteY5" fmla="*/ 127226 h 1821094"/>
                <a:gd name="connsiteX6" fmla="*/ 4943060 w 5261112"/>
                <a:gd name="connsiteY6" fmla="*/ 87469 h 1821094"/>
                <a:gd name="connsiteX7" fmla="*/ 5261112 w 5261112"/>
                <a:gd name="connsiteY7" fmla="*/ 60965 h 1821094"/>
                <a:gd name="connsiteX0" fmla="*/ 0 w 5261112"/>
                <a:gd name="connsiteY0" fmla="*/ 100721 h 1821094"/>
                <a:gd name="connsiteX1" fmla="*/ 1616765 w 5261112"/>
                <a:gd name="connsiteY1" fmla="*/ 127227 h 1821094"/>
                <a:gd name="connsiteX2" fmla="*/ 1881808 w 5261112"/>
                <a:gd name="connsiteY2" fmla="*/ 1571713 h 1821094"/>
                <a:gd name="connsiteX3" fmla="*/ 2623930 w 5261112"/>
                <a:gd name="connsiteY3" fmla="*/ 1717487 h 1821094"/>
                <a:gd name="connsiteX4" fmla="*/ 3101008 w 5261112"/>
                <a:gd name="connsiteY4" fmla="*/ 1690982 h 1821094"/>
                <a:gd name="connsiteX5" fmla="*/ 3366052 w 5261112"/>
                <a:gd name="connsiteY5" fmla="*/ 127226 h 1821094"/>
                <a:gd name="connsiteX6" fmla="*/ 4943060 w 5261112"/>
                <a:gd name="connsiteY6" fmla="*/ 87469 h 1821094"/>
                <a:gd name="connsiteX7" fmla="*/ 5261112 w 5261112"/>
                <a:gd name="connsiteY7" fmla="*/ 60965 h 1821094"/>
                <a:gd name="connsiteX0" fmla="*/ 0 w 5261112"/>
                <a:gd name="connsiteY0" fmla="*/ 109720 h 1830093"/>
                <a:gd name="connsiteX1" fmla="*/ 1616765 w 5261112"/>
                <a:gd name="connsiteY1" fmla="*/ 136226 h 1830093"/>
                <a:gd name="connsiteX2" fmla="*/ 1881808 w 5261112"/>
                <a:gd name="connsiteY2" fmla="*/ 1580712 h 1830093"/>
                <a:gd name="connsiteX3" fmla="*/ 2623930 w 5261112"/>
                <a:gd name="connsiteY3" fmla="*/ 1726486 h 1830093"/>
                <a:gd name="connsiteX4" fmla="*/ 3101008 w 5261112"/>
                <a:gd name="connsiteY4" fmla="*/ 1699981 h 1830093"/>
                <a:gd name="connsiteX5" fmla="*/ 3366052 w 5261112"/>
                <a:gd name="connsiteY5" fmla="*/ 136225 h 1830093"/>
                <a:gd name="connsiteX6" fmla="*/ 4943060 w 5261112"/>
                <a:gd name="connsiteY6" fmla="*/ 96468 h 1830093"/>
                <a:gd name="connsiteX7" fmla="*/ 5261112 w 5261112"/>
                <a:gd name="connsiteY7" fmla="*/ 69964 h 1830093"/>
                <a:gd name="connsiteX0" fmla="*/ 0 w 5261112"/>
                <a:gd name="connsiteY0" fmla="*/ 100722 h 1821095"/>
                <a:gd name="connsiteX1" fmla="*/ 1616765 w 5261112"/>
                <a:gd name="connsiteY1" fmla="*/ 127228 h 1821095"/>
                <a:gd name="connsiteX2" fmla="*/ 1881808 w 5261112"/>
                <a:gd name="connsiteY2" fmla="*/ 1571714 h 1821095"/>
                <a:gd name="connsiteX3" fmla="*/ 2623930 w 5261112"/>
                <a:gd name="connsiteY3" fmla="*/ 1717488 h 1821095"/>
                <a:gd name="connsiteX4" fmla="*/ 3101008 w 5261112"/>
                <a:gd name="connsiteY4" fmla="*/ 1690983 h 1821095"/>
                <a:gd name="connsiteX5" fmla="*/ 3366052 w 5261112"/>
                <a:gd name="connsiteY5" fmla="*/ 127227 h 1821095"/>
                <a:gd name="connsiteX6" fmla="*/ 4943060 w 5261112"/>
                <a:gd name="connsiteY6" fmla="*/ 87470 h 1821095"/>
                <a:gd name="connsiteX7" fmla="*/ 5261112 w 5261112"/>
                <a:gd name="connsiteY7" fmla="*/ 60966 h 1821095"/>
                <a:gd name="connsiteX0" fmla="*/ 0 w 5261112"/>
                <a:gd name="connsiteY0" fmla="*/ 100722 h 1821095"/>
                <a:gd name="connsiteX1" fmla="*/ 1616765 w 5261112"/>
                <a:gd name="connsiteY1" fmla="*/ 127228 h 1821095"/>
                <a:gd name="connsiteX2" fmla="*/ 1881808 w 5261112"/>
                <a:gd name="connsiteY2" fmla="*/ 1571714 h 1821095"/>
                <a:gd name="connsiteX3" fmla="*/ 2623930 w 5261112"/>
                <a:gd name="connsiteY3" fmla="*/ 1717488 h 1821095"/>
                <a:gd name="connsiteX4" fmla="*/ 3101008 w 5261112"/>
                <a:gd name="connsiteY4" fmla="*/ 1690983 h 1821095"/>
                <a:gd name="connsiteX5" fmla="*/ 3366052 w 5261112"/>
                <a:gd name="connsiteY5" fmla="*/ 127227 h 1821095"/>
                <a:gd name="connsiteX6" fmla="*/ 4943060 w 5261112"/>
                <a:gd name="connsiteY6" fmla="*/ 87470 h 1821095"/>
                <a:gd name="connsiteX7" fmla="*/ 5261112 w 5261112"/>
                <a:gd name="connsiteY7" fmla="*/ 60966 h 1821095"/>
                <a:gd name="connsiteX0" fmla="*/ 0 w 5261112"/>
                <a:gd name="connsiteY0" fmla="*/ 98115 h 1744263"/>
                <a:gd name="connsiteX1" fmla="*/ 1616765 w 5261112"/>
                <a:gd name="connsiteY1" fmla="*/ 124621 h 1744263"/>
                <a:gd name="connsiteX2" fmla="*/ 1881808 w 5261112"/>
                <a:gd name="connsiteY2" fmla="*/ 1569107 h 1744263"/>
                <a:gd name="connsiteX3" fmla="*/ 2623930 w 5261112"/>
                <a:gd name="connsiteY3" fmla="*/ 1714881 h 1744263"/>
                <a:gd name="connsiteX4" fmla="*/ 3101008 w 5261112"/>
                <a:gd name="connsiteY4" fmla="*/ 1529350 h 1744263"/>
                <a:gd name="connsiteX5" fmla="*/ 3366052 w 5261112"/>
                <a:gd name="connsiteY5" fmla="*/ 124620 h 1744263"/>
                <a:gd name="connsiteX6" fmla="*/ 4943060 w 5261112"/>
                <a:gd name="connsiteY6" fmla="*/ 84863 h 1744263"/>
                <a:gd name="connsiteX7" fmla="*/ 5261112 w 5261112"/>
                <a:gd name="connsiteY7" fmla="*/ 58359 h 1744263"/>
                <a:gd name="connsiteX0" fmla="*/ 0 w 5261112"/>
                <a:gd name="connsiteY0" fmla="*/ 98115 h 1739047"/>
                <a:gd name="connsiteX1" fmla="*/ 1616765 w 5261112"/>
                <a:gd name="connsiteY1" fmla="*/ 124621 h 1739047"/>
                <a:gd name="connsiteX2" fmla="*/ 1881808 w 5261112"/>
                <a:gd name="connsiteY2" fmla="*/ 1569107 h 1739047"/>
                <a:gd name="connsiteX3" fmla="*/ 2623930 w 5261112"/>
                <a:gd name="connsiteY3" fmla="*/ 1714881 h 1739047"/>
                <a:gd name="connsiteX4" fmla="*/ 3101008 w 5261112"/>
                <a:gd name="connsiteY4" fmla="*/ 1529350 h 1739047"/>
                <a:gd name="connsiteX5" fmla="*/ 3366052 w 5261112"/>
                <a:gd name="connsiteY5" fmla="*/ 124620 h 1739047"/>
                <a:gd name="connsiteX6" fmla="*/ 4943060 w 5261112"/>
                <a:gd name="connsiteY6" fmla="*/ 84863 h 1739047"/>
                <a:gd name="connsiteX7" fmla="*/ 5261112 w 5261112"/>
                <a:gd name="connsiteY7" fmla="*/ 58359 h 1739047"/>
                <a:gd name="connsiteX0" fmla="*/ 0 w 5261112"/>
                <a:gd name="connsiteY0" fmla="*/ 98115 h 1744263"/>
                <a:gd name="connsiteX1" fmla="*/ 1616765 w 5261112"/>
                <a:gd name="connsiteY1" fmla="*/ 124621 h 1744263"/>
                <a:gd name="connsiteX2" fmla="*/ 1881808 w 5261112"/>
                <a:gd name="connsiteY2" fmla="*/ 1569107 h 1744263"/>
                <a:gd name="connsiteX3" fmla="*/ 2623930 w 5261112"/>
                <a:gd name="connsiteY3" fmla="*/ 1714881 h 1744263"/>
                <a:gd name="connsiteX4" fmla="*/ 3101008 w 5261112"/>
                <a:gd name="connsiteY4" fmla="*/ 1529350 h 1744263"/>
                <a:gd name="connsiteX5" fmla="*/ 3366052 w 5261112"/>
                <a:gd name="connsiteY5" fmla="*/ 124620 h 1744263"/>
                <a:gd name="connsiteX6" fmla="*/ 4943060 w 5261112"/>
                <a:gd name="connsiteY6" fmla="*/ 84863 h 1744263"/>
                <a:gd name="connsiteX7" fmla="*/ 5261112 w 5261112"/>
                <a:gd name="connsiteY7" fmla="*/ 58359 h 1744263"/>
                <a:gd name="connsiteX0" fmla="*/ 0 w 5261112"/>
                <a:gd name="connsiteY0" fmla="*/ 98115 h 1743386"/>
                <a:gd name="connsiteX1" fmla="*/ 1616765 w 5261112"/>
                <a:gd name="connsiteY1" fmla="*/ 124621 h 1743386"/>
                <a:gd name="connsiteX2" fmla="*/ 1881808 w 5261112"/>
                <a:gd name="connsiteY2" fmla="*/ 1569107 h 1743386"/>
                <a:gd name="connsiteX3" fmla="*/ 2623930 w 5261112"/>
                <a:gd name="connsiteY3" fmla="*/ 1714881 h 1743386"/>
                <a:gd name="connsiteX4" fmla="*/ 3193773 w 5261112"/>
                <a:gd name="connsiteY4" fmla="*/ 1542602 h 1743386"/>
                <a:gd name="connsiteX5" fmla="*/ 3366052 w 5261112"/>
                <a:gd name="connsiteY5" fmla="*/ 124620 h 1743386"/>
                <a:gd name="connsiteX6" fmla="*/ 4943060 w 5261112"/>
                <a:gd name="connsiteY6" fmla="*/ 84863 h 1743386"/>
                <a:gd name="connsiteX7" fmla="*/ 5261112 w 5261112"/>
                <a:gd name="connsiteY7" fmla="*/ 58359 h 1743386"/>
                <a:gd name="connsiteX0" fmla="*/ 0 w 5261112"/>
                <a:gd name="connsiteY0" fmla="*/ 98115 h 1735222"/>
                <a:gd name="connsiteX1" fmla="*/ 1616765 w 5261112"/>
                <a:gd name="connsiteY1" fmla="*/ 124621 h 1735222"/>
                <a:gd name="connsiteX2" fmla="*/ 1881808 w 5261112"/>
                <a:gd name="connsiteY2" fmla="*/ 1569107 h 1735222"/>
                <a:gd name="connsiteX3" fmla="*/ 3193773 w 5261112"/>
                <a:gd name="connsiteY3" fmla="*/ 1542602 h 1735222"/>
                <a:gd name="connsiteX4" fmla="*/ 3366052 w 5261112"/>
                <a:gd name="connsiteY4" fmla="*/ 124620 h 1735222"/>
                <a:gd name="connsiteX5" fmla="*/ 4943060 w 5261112"/>
                <a:gd name="connsiteY5" fmla="*/ 84863 h 1735222"/>
                <a:gd name="connsiteX6" fmla="*/ 5261112 w 5261112"/>
                <a:gd name="connsiteY6" fmla="*/ 58359 h 1735222"/>
                <a:gd name="connsiteX0" fmla="*/ 0 w 5261112"/>
                <a:gd name="connsiteY0" fmla="*/ 98115 h 1734438"/>
                <a:gd name="connsiteX1" fmla="*/ 1616765 w 5261112"/>
                <a:gd name="connsiteY1" fmla="*/ 124621 h 1734438"/>
                <a:gd name="connsiteX2" fmla="*/ 1881808 w 5261112"/>
                <a:gd name="connsiteY2" fmla="*/ 1569107 h 1734438"/>
                <a:gd name="connsiteX3" fmla="*/ 3193773 w 5261112"/>
                <a:gd name="connsiteY3" fmla="*/ 1542602 h 1734438"/>
                <a:gd name="connsiteX4" fmla="*/ 3485322 w 5261112"/>
                <a:gd name="connsiteY4" fmla="*/ 137873 h 1734438"/>
                <a:gd name="connsiteX5" fmla="*/ 4943060 w 5261112"/>
                <a:gd name="connsiteY5" fmla="*/ 84863 h 1734438"/>
                <a:gd name="connsiteX6" fmla="*/ 5261112 w 5261112"/>
                <a:gd name="connsiteY6" fmla="*/ 58359 h 1734438"/>
                <a:gd name="connsiteX0" fmla="*/ 0 w 5261112"/>
                <a:gd name="connsiteY0" fmla="*/ 98115 h 1734438"/>
                <a:gd name="connsiteX1" fmla="*/ 1616765 w 5261112"/>
                <a:gd name="connsiteY1" fmla="*/ 124621 h 1734438"/>
                <a:gd name="connsiteX2" fmla="*/ 1881808 w 5261112"/>
                <a:gd name="connsiteY2" fmla="*/ 1569107 h 1734438"/>
                <a:gd name="connsiteX3" fmla="*/ 3193773 w 5261112"/>
                <a:gd name="connsiteY3" fmla="*/ 1542602 h 1734438"/>
                <a:gd name="connsiteX4" fmla="*/ 3485322 w 5261112"/>
                <a:gd name="connsiteY4" fmla="*/ 137873 h 1734438"/>
                <a:gd name="connsiteX5" fmla="*/ 5261112 w 5261112"/>
                <a:gd name="connsiteY5" fmla="*/ 58359 h 1734438"/>
                <a:gd name="connsiteX0" fmla="*/ 0 w 5035825"/>
                <a:gd name="connsiteY0" fmla="*/ 98115 h 1734438"/>
                <a:gd name="connsiteX1" fmla="*/ 1616765 w 5035825"/>
                <a:gd name="connsiteY1" fmla="*/ 124621 h 1734438"/>
                <a:gd name="connsiteX2" fmla="*/ 1881808 w 5035825"/>
                <a:gd name="connsiteY2" fmla="*/ 1569107 h 1734438"/>
                <a:gd name="connsiteX3" fmla="*/ 3193773 w 5035825"/>
                <a:gd name="connsiteY3" fmla="*/ 1542602 h 1734438"/>
                <a:gd name="connsiteX4" fmla="*/ 3485322 w 5035825"/>
                <a:gd name="connsiteY4" fmla="*/ 137873 h 1734438"/>
                <a:gd name="connsiteX5" fmla="*/ 5035825 w 5035825"/>
                <a:gd name="connsiteY5" fmla="*/ 58359 h 1734438"/>
                <a:gd name="connsiteX0" fmla="*/ 0 w 4386468"/>
                <a:gd name="connsiteY0" fmla="*/ 39649 h 1795241"/>
                <a:gd name="connsiteX1" fmla="*/ 967408 w 4386468"/>
                <a:gd name="connsiteY1" fmla="*/ 185424 h 1795241"/>
                <a:gd name="connsiteX2" fmla="*/ 1232451 w 4386468"/>
                <a:gd name="connsiteY2" fmla="*/ 1629910 h 1795241"/>
                <a:gd name="connsiteX3" fmla="*/ 2544416 w 4386468"/>
                <a:gd name="connsiteY3" fmla="*/ 1603405 h 1795241"/>
                <a:gd name="connsiteX4" fmla="*/ 2835965 w 4386468"/>
                <a:gd name="connsiteY4" fmla="*/ 198676 h 1795241"/>
                <a:gd name="connsiteX5" fmla="*/ 4386468 w 4386468"/>
                <a:gd name="connsiteY5" fmla="*/ 119162 h 1795241"/>
                <a:gd name="connsiteX0" fmla="*/ 0 w 4386468"/>
                <a:gd name="connsiteY0" fmla="*/ 23737 h 1779329"/>
                <a:gd name="connsiteX1" fmla="*/ 967408 w 4386468"/>
                <a:gd name="connsiteY1" fmla="*/ 169512 h 1779329"/>
                <a:gd name="connsiteX2" fmla="*/ 1232451 w 4386468"/>
                <a:gd name="connsiteY2" fmla="*/ 1613998 h 1779329"/>
                <a:gd name="connsiteX3" fmla="*/ 2544416 w 4386468"/>
                <a:gd name="connsiteY3" fmla="*/ 1587493 h 1779329"/>
                <a:gd name="connsiteX4" fmla="*/ 2835965 w 4386468"/>
                <a:gd name="connsiteY4" fmla="*/ 182764 h 1779329"/>
                <a:gd name="connsiteX5" fmla="*/ 4386468 w 4386468"/>
                <a:gd name="connsiteY5" fmla="*/ 103250 h 1779329"/>
                <a:gd name="connsiteX0" fmla="*/ 0 w 3684102"/>
                <a:gd name="connsiteY0" fmla="*/ 23737 h 1779329"/>
                <a:gd name="connsiteX1" fmla="*/ 967408 w 3684102"/>
                <a:gd name="connsiteY1" fmla="*/ 169512 h 1779329"/>
                <a:gd name="connsiteX2" fmla="*/ 1232451 w 3684102"/>
                <a:gd name="connsiteY2" fmla="*/ 1613998 h 1779329"/>
                <a:gd name="connsiteX3" fmla="*/ 2544416 w 3684102"/>
                <a:gd name="connsiteY3" fmla="*/ 1587493 h 1779329"/>
                <a:gd name="connsiteX4" fmla="*/ 2835965 w 3684102"/>
                <a:gd name="connsiteY4" fmla="*/ 182764 h 1779329"/>
                <a:gd name="connsiteX5" fmla="*/ 3684102 w 3684102"/>
                <a:gd name="connsiteY5" fmla="*/ 50241 h 1779329"/>
                <a:gd name="connsiteX0" fmla="*/ 0 w 3790120"/>
                <a:gd name="connsiteY0" fmla="*/ 23737 h 1779329"/>
                <a:gd name="connsiteX1" fmla="*/ 967408 w 3790120"/>
                <a:gd name="connsiteY1" fmla="*/ 169512 h 1779329"/>
                <a:gd name="connsiteX2" fmla="*/ 1232451 w 3790120"/>
                <a:gd name="connsiteY2" fmla="*/ 1613998 h 1779329"/>
                <a:gd name="connsiteX3" fmla="*/ 2544416 w 3790120"/>
                <a:gd name="connsiteY3" fmla="*/ 1587493 h 1779329"/>
                <a:gd name="connsiteX4" fmla="*/ 2835965 w 3790120"/>
                <a:gd name="connsiteY4" fmla="*/ 182764 h 1779329"/>
                <a:gd name="connsiteX5" fmla="*/ 3790120 w 3790120"/>
                <a:gd name="connsiteY5" fmla="*/ 23737 h 1779329"/>
                <a:gd name="connsiteX0" fmla="*/ 0 w 3790120"/>
                <a:gd name="connsiteY0" fmla="*/ 14311 h 1794887"/>
                <a:gd name="connsiteX1" fmla="*/ 967408 w 3790120"/>
                <a:gd name="connsiteY1" fmla="*/ 185070 h 1794887"/>
                <a:gd name="connsiteX2" fmla="*/ 1232451 w 3790120"/>
                <a:gd name="connsiteY2" fmla="*/ 1629556 h 1794887"/>
                <a:gd name="connsiteX3" fmla="*/ 2544416 w 3790120"/>
                <a:gd name="connsiteY3" fmla="*/ 1603051 h 1794887"/>
                <a:gd name="connsiteX4" fmla="*/ 2835965 w 3790120"/>
                <a:gd name="connsiteY4" fmla="*/ 198322 h 1794887"/>
                <a:gd name="connsiteX5" fmla="*/ 3790120 w 3790120"/>
                <a:gd name="connsiteY5" fmla="*/ 39295 h 1794887"/>
                <a:gd name="connsiteX0" fmla="*/ 0 w 3790120"/>
                <a:gd name="connsiteY0" fmla="*/ 14311 h 1794887"/>
                <a:gd name="connsiteX1" fmla="*/ 967408 w 3790120"/>
                <a:gd name="connsiteY1" fmla="*/ 185070 h 1794887"/>
                <a:gd name="connsiteX2" fmla="*/ 1232451 w 3790120"/>
                <a:gd name="connsiteY2" fmla="*/ 1629556 h 1794887"/>
                <a:gd name="connsiteX3" fmla="*/ 2544416 w 3790120"/>
                <a:gd name="connsiteY3" fmla="*/ 1603051 h 1794887"/>
                <a:gd name="connsiteX4" fmla="*/ 2835965 w 3790120"/>
                <a:gd name="connsiteY4" fmla="*/ 198322 h 1794887"/>
                <a:gd name="connsiteX5" fmla="*/ 3790120 w 3790120"/>
                <a:gd name="connsiteY5" fmla="*/ 39295 h 1794887"/>
                <a:gd name="connsiteX0" fmla="*/ 0 w 3790120"/>
                <a:gd name="connsiteY0" fmla="*/ 8345 h 1788921"/>
                <a:gd name="connsiteX1" fmla="*/ 967408 w 3790120"/>
                <a:gd name="connsiteY1" fmla="*/ 179104 h 1788921"/>
                <a:gd name="connsiteX2" fmla="*/ 1232451 w 3790120"/>
                <a:gd name="connsiteY2" fmla="*/ 1623590 h 1788921"/>
                <a:gd name="connsiteX3" fmla="*/ 2544416 w 3790120"/>
                <a:gd name="connsiteY3" fmla="*/ 1597085 h 1788921"/>
                <a:gd name="connsiteX4" fmla="*/ 2835965 w 3790120"/>
                <a:gd name="connsiteY4" fmla="*/ 192356 h 1788921"/>
                <a:gd name="connsiteX5" fmla="*/ 3790120 w 3790120"/>
                <a:gd name="connsiteY5" fmla="*/ 33329 h 1788921"/>
                <a:gd name="connsiteX0" fmla="*/ 0 w 3790120"/>
                <a:gd name="connsiteY0" fmla="*/ 8345 h 1788921"/>
                <a:gd name="connsiteX1" fmla="*/ 967408 w 3790120"/>
                <a:gd name="connsiteY1" fmla="*/ 179104 h 1788921"/>
                <a:gd name="connsiteX2" fmla="*/ 1232451 w 3790120"/>
                <a:gd name="connsiteY2" fmla="*/ 1623590 h 1788921"/>
                <a:gd name="connsiteX3" fmla="*/ 2544416 w 3790120"/>
                <a:gd name="connsiteY3" fmla="*/ 1597085 h 1788921"/>
                <a:gd name="connsiteX4" fmla="*/ 2835965 w 3790120"/>
                <a:gd name="connsiteY4" fmla="*/ 192356 h 1788921"/>
                <a:gd name="connsiteX5" fmla="*/ 3790120 w 3790120"/>
                <a:gd name="connsiteY5" fmla="*/ 33329 h 1788921"/>
                <a:gd name="connsiteX0" fmla="*/ 0 w 3790120"/>
                <a:gd name="connsiteY0" fmla="*/ 5186 h 1785107"/>
                <a:gd name="connsiteX1" fmla="*/ 991167 w 3790120"/>
                <a:gd name="connsiteY1" fmla="*/ 185939 h 1785107"/>
                <a:gd name="connsiteX2" fmla="*/ 1232451 w 3790120"/>
                <a:gd name="connsiteY2" fmla="*/ 1620431 h 1785107"/>
                <a:gd name="connsiteX3" fmla="*/ 2544416 w 3790120"/>
                <a:gd name="connsiteY3" fmla="*/ 1593926 h 1785107"/>
                <a:gd name="connsiteX4" fmla="*/ 2835965 w 3790120"/>
                <a:gd name="connsiteY4" fmla="*/ 189197 h 1785107"/>
                <a:gd name="connsiteX5" fmla="*/ 3790120 w 3790120"/>
                <a:gd name="connsiteY5" fmla="*/ 30170 h 1785107"/>
                <a:gd name="connsiteX0" fmla="*/ 0 w 3752106"/>
                <a:gd name="connsiteY0" fmla="*/ 5186 h 1785107"/>
                <a:gd name="connsiteX1" fmla="*/ 991167 w 3752106"/>
                <a:gd name="connsiteY1" fmla="*/ 185939 h 1785107"/>
                <a:gd name="connsiteX2" fmla="*/ 1232451 w 3752106"/>
                <a:gd name="connsiteY2" fmla="*/ 1620431 h 1785107"/>
                <a:gd name="connsiteX3" fmla="*/ 2544416 w 3752106"/>
                <a:gd name="connsiteY3" fmla="*/ 1593926 h 1785107"/>
                <a:gd name="connsiteX4" fmla="*/ 2835965 w 3752106"/>
                <a:gd name="connsiteY4" fmla="*/ 189197 h 1785107"/>
                <a:gd name="connsiteX5" fmla="*/ 3752106 w 3752106"/>
                <a:gd name="connsiteY5" fmla="*/ 5186 h 1785107"/>
                <a:gd name="connsiteX0" fmla="*/ 0 w 3752106"/>
                <a:gd name="connsiteY0" fmla="*/ 5186 h 1785107"/>
                <a:gd name="connsiteX1" fmla="*/ 991167 w 3752106"/>
                <a:gd name="connsiteY1" fmla="*/ 185939 h 1785107"/>
                <a:gd name="connsiteX2" fmla="*/ 1232451 w 3752106"/>
                <a:gd name="connsiteY2" fmla="*/ 1620431 h 1785107"/>
                <a:gd name="connsiteX3" fmla="*/ 2544416 w 3752106"/>
                <a:gd name="connsiteY3" fmla="*/ 1593926 h 1785107"/>
                <a:gd name="connsiteX4" fmla="*/ 2835965 w 3752106"/>
                <a:gd name="connsiteY4" fmla="*/ 189197 h 1785107"/>
                <a:gd name="connsiteX5" fmla="*/ 3752106 w 3752106"/>
                <a:gd name="connsiteY5" fmla="*/ 5186 h 1785107"/>
                <a:gd name="connsiteX0" fmla="*/ 0 w 3752106"/>
                <a:gd name="connsiteY0" fmla="*/ 5186 h 1785107"/>
                <a:gd name="connsiteX1" fmla="*/ 991167 w 3752106"/>
                <a:gd name="connsiteY1" fmla="*/ 185939 h 1785107"/>
                <a:gd name="connsiteX2" fmla="*/ 1232451 w 3752106"/>
                <a:gd name="connsiteY2" fmla="*/ 1620431 h 1785107"/>
                <a:gd name="connsiteX3" fmla="*/ 2544416 w 3752106"/>
                <a:gd name="connsiteY3" fmla="*/ 1593926 h 1785107"/>
                <a:gd name="connsiteX4" fmla="*/ 2835965 w 3752106"/>
                <a:gd name="connsiteY4" fmla="*/ 189197 h 1785107"/>
                <a:gd name="connsiteX5" fmla="*/ 3752106 w 3752106"/>
                <a:gd name="connsiteY5" fmla="*/ 5186 h 1785107"/>
                <a:gd name="connsiteX0" fmla="*/ 0 w 3752106"/>
                <a:gd name="connsiteY0" fmla="*/ 5186 h 1785107"/>
                <a:gd name="connsiteX1" fmla="*/ 991167 w 3752106"/>
                <a:gd name="connsiteY1" fmla="*/ 185939 h 1785107"/>
                <a:gd name="connsiteX2" fmla="*/ 1232451 w 3752106"/>
                <a:gd name="connsiteY2" fmla="*/ 1620431 h 1785107"/>
                <a:gd name="connsiteX3" fmla="*/ 2544416 w 3752106"/>
                <a:gd name="connsiteY3" fmla="*/ 1593926 h 1785107"/>
                <a:gd name="connsiteX4" fmla="*/ 2835965 w 3752106"/>
                <a:gd name="connsiteY4" fmla="*/ 189197 h 1785107"/>
                <a:gd name="connsiteX5" fmla="*/ 3752106 w 3752106"/>
                <a:gd name="connsiteY5" fmla="*/ 5186 h 1785107"/>
                <a:gd name="connsiteX0" fmla="*/ 0 w 3752106"/>
                <a:gd name="connsiteY0" fmla="*/ 13548 h 1793469"/>
                <a:gd name="connsiteX1" fmla="*/ 991167 w 3752106"/>
                <a:gd name="connsiteY1" fmla="*/ 194301 h 1793469"/>
                <a:gd name="connsiteX2" fmla="*/ 1232451 w 3752106"/>
                <a:gd name="connsiteY2" fmla="*/ 1628793 h 1793469"/>
                <a:gd name="connsiteX3" fmla="*/ 2544416 w 3752106"/>
                <a:gd name="connsiteY3" fmla="*/ 1602288 h 1793469"/>
                <a:gd name="connsiteX4" fmla="*/ 2835965 w 3752106"/>
                <a:gd name="connsiteY4" fmla="*/ 197559 h 1793469"/>
                <a:gd name="connsiteX5" fmla="*/ 3752106 w 3752106"/>
                <a:gd name="connsiteY5" fmla="*/ 13548 h 1793469"/>
                <a:gd name="connsiteX0" fmla="*/ 0 w 3752106"/>
                <a:gd name="connsiteY0" fmla="*/ 6740 h 1785352"/>
                <a:gd name="connsiteX1" fmla="*/ 1014926 w 3752106"/>
                <a:gd name="connsiteY1" fmla="*/ 207480 h 1785352"/>
                <a:gd name="connsiteX2" fmla="*/ 1232451 w 3752106"/>
                <a:gd name="connsiteY2" fmla="*/ 1621985 h 1785352"/>
                <a:gd name="connsiteX3" fmla="*/ 2544416 w 3752106"/>
                <a:gd name="connsiteY3" fmla="*/ 1595480 h 1785352"/>
                <a:gd name="connsiteX4" fmla="*/ 2835965 w 3752106"/>
                <a:gd name="connsiteY4" fmla="*/ 190751 h 1785352"/>
                <a:gd name="connsiteX5" fmla="*/ 3752106 w 3752106"/>
                <a:gd name="connsiteY5" fmla="*/ 6740 h 1785352"/>
                <a:gd name="connsiteX0" fmla="*/ 0 w 3752106"/>
                <a:gd name="connsiteY0" fmla="*/ 4533 h 1783145"/>
                <a:gd name="connsiteX1" fmla="*/ 1014926 w 3752106"/>
                <a:gd name="connsiteY1" fmla="*/ 205273 h 1783145"/>
                <a:gd name="connsiteX2" fmla="*/ 1232451 w 3752106"/>
                <a:gd name="connsiteY2" fmla="*/ 1619778 h 1783145"/>
                <a:gd name="connsiteX3" fmla="*/ 2544416 w 3752106"/>
                <a:gd name="connsiteY3" fmla="*/ 1593273 h 1783145"/>
                <a:gd name="connsiteX4" fmla="*/ 2835965 w 3752106"/>
                <a:gd name="connsiteY4" fmla="*/ 188544 h 1783145"/>
                <a:gd name="connsiteX5" fmla="*/ 3752106 w 3752106"/>
                <a:gd name="connsiteY5" fmla="*/ 4533 h 1783145"/>
                <a:gd name="connsiteX0" fmla="*/ 0 w 3752106"/>
                <a:gd name="connsiteY0" fmla="*/ 2693 h 1781305"/>
                <a:gd name="connsiteX1" fmla="*/ 1014926 w 3752106"/>
                <a:gd name="connsiteY1" fmla="*/ 203433 h 1781305"/>
                <a:gd name="connsiteX2" fmla="*/ 1232451 w 3752106"/>
                <a:gd name="connsiteY2" fmla="*/ 1617938 h 1781305"/>
                <a:gd name="connsiteX3" fmla="*/ 2544416 w 3752106"/>
                <a:gd name="connsiteY3" fmla="*/ 1591433 h 1781305"/>
                <a:gd name="connsiteX4" fmla="*/ 2835965 w 3752106"/>
                <a:gd name="connsiteY4" fmla="*/ 186704 h 1781305"/>
                <a:gd name="connsiteX5" fmla="*/ 3752106 w 3752106"/>
                <a:gd name="connsiteY5" fmla="*/ 2693 h 1781305"/>
                <a:gd name="connsiteX0" fmla="*/ 0 w 3752106"/>
                <a:gd name="connsiteY0" fmla="*/ 7868 h 1786480"/>
                <a:gd name="connsiteX1" fmla="*/ 1014926 w 3752106"/>
                <a:gd name="connsiteY1" fmla="*/ 208608 h 1786480"/>
                <a:gd name="connsiteX2" fmla="*/ 1232451 w 3752106"/>
                <a:gd name="connsiteY2" fmla="*/ 1623113 h 1786480"/>
                <a:gd name="connsiteX3" fmla="*/ 2544416 w 3752106"/>
                <a:gd name="connsiteY3" fmla="*/ 1596608 h 1786480"/>
                <a:gd name="connsiteX4" fmla="*/ 2835965 w 3752106"/>
                <a:gd name="connsiteY4" fmla="*/ 191879 h 1786480"/>
                <a:gd name="connsiteX5" fmla="*/ 3752106 w 3752106"/>
                <a:gd name="connsiteY5" fmla="*/ 7868 h 1786480"/>
                <a:gd name="connsiteX0" fmla="*/ 0 w 3752106"/>
                <a:gd name="connsiteY0" fmla="*/ 7868 h 1786184"/>
                <a:gd name="connsiteX1" fmla="*/ 1014926 w 3752106"/>
                <a:gd name="connsiteY1" fmla="*/ 208608 h 1786184"/>
                <a:gd name="connsiteX2" fmla="*/ 1232451 w 3752106"/>
                <a:gd name="connsiteY2" fmla="*/ 1623113 h 1786184"/>
                <a:gd name="connsiteX3" fmla="*/ 2544416 w 3752106"/>
                <a:gd name="connsiteY3" fmla="*/ 1596608 h 1786184"/>
                <a:gd name="connsiteX4" fmla="*/ 2707668 w 3752106"/>
                <a:gd name="connsiteY4" fmla="*/ 196876 h 1786184"/>
                <a:gd name="connsiteX5" fmla="*/ 3752106 w 3752106"/>
                <a:gd name="connsiteY5" fmla="*/ 7868 h 1786184"/>
                <a:gd name="connsiteX0" fmla="*/ 0 w 3752106"/>
                <a:gd name="connsiteY0" fmla="*/ 7868 h 1791531"/>
                <a:gd name="connsiteX1" fmla="*/ 1014926 w 3752106"/>
                <a:gd name="connsiteY1" fmla="*/ 208608 h 1791531"/>
                <a:gd name="connsiteX2" fmla="*/ 1232451 w 3752106"/>
                <a:gd name="connsiteY2" fmla="*/ 1623113 h 1791531"/>
                <a:gd name="connsiteX3" fmla="*/ 2506401 w 3752106"/>
                <a:gd name="connsiteY3" fmla="*/ 1606601 h 1791531"/>
                <a:gd name="connsiteX4" fmla="*/ 2707668 w 3752106"/>
                <a:gd name="connsiteY4" fmla="*/ 196876 h 1791531"/>
                <a:gd name="connsiteX5" fmla="*/ 3752106 w 3752106"/>
                <a:gd name="connsiteY5" fmla="*/ 7868 h 1791531"/>
                <a:gd name="connsiteX0" fmla="*/ 0 w 3752106"/>
                <a:gd name="connsiteY0" fmla="*/ 7868 h 1791228"/>
                <a:gd name="connsiteX1" fmla="*/ 1014926 w 3752106"/>
                <a:gd name="connsiteY1" fmla="*/ 208608 h 1791228"/>
                <a:gd name="connsiteX2" fmla="*/ 1232451 w 3752106"/>
                <a:gd name="connsiteY2" fmla="*/ 1623113 h 1791228"/>
                <a:gd name="connsiteX3" fmla="*/ 2506401 w 3752106"/>
                <a:gd name="connsiteY3" fmla="*/ 1606601 h 1791228"/>
                <a:gd name="connsiteX4" fmla="*/ 2736178 w 3752106"/>
                <a:gd name="connsiteY4" fmla="*/ 201873 h 1791228"/>
                <a:gd name="connsiteX5" fmla="*/ 3752106 w 3752106"/>
                <a:gd name="connsiteY5" fmla="*/ 7868 h 1791228"/>
                <a:gd name="connsiteX0" fmla="*/ 0 w 3752106"/>
                <a:gd name="connsiteY0" fmla="*/ 7868 h 1790926"/>
                <a:gd name="connsiteX1" fmla="*/ 1014926 w 3752106"/>
                <a:gd name="connsiteY1" fmla="*/ 208608 h 1790926"/>
                <a:gd name="connsiteX2" fmla="*/ 1232451 w 3752106"/>
                <a:gd name="connsiteY2" fmla="*/ 1623113 h 1790926"/>
                <a:gd name="connsiteX3" fmla="*/ 2506401 w 3752106"/>
                <a:gd name="connsiteY3" fmla="*/ 1606601 h 1790926"/>
                <a:gd name="connsiteX4" fmla="*/ 2712419 w 3752106"/>
                <a:gd name="connsiteY4" fmla="*/ 206870 h 1790926"/>
                <a:gd name="connsiteX5" fmla="*/ 3752106 w 3752106"/>
                <a:gd name="connsiteY5" fmla="*/ 7868 h 1790926"/>
                <a:gd name="connsiteX0" fmla="*/ 0 w 3752106"/>
                <a:gd name="connsiteY0" fmla="*/ 7868 h 1807733"/>
                <a:gd name="connsiteX1" fmla="*/ 1014926 w 3752106"/>
                <a:gd name="connsiteY1" fmla="*/ 208608 h 1807733"/>
                <a:gd name="connsiteX2" fmla="*/ 1232451 w 3752106"/>
                <a:gd name="connsiteY2" fmla="*/ 1623113 h 1807733"/>
                <a:gd name="connsiteX3" fmla="*/ 2482643 w 3752106"/>
                <a:gd name="connsiteY3" fmla="*/ 1636581 h 1807733"/>
                <a:gd name="connsiteX4" fmla="*/ 2712419 w 3752106"/>
                <a:gd name="connsiteY4" fmla="*/ 206870 h 1807733"/>
                <a:gd name="connsiteX5" fmla="*/ 3752106 w 3752106"/>
                <a:gd name="connsiteY5" fmla="*/ 7868 h 1807733"/>
                <a:gd name="connsiteX0" fmla="*/ 0 w 3752106"/>
                <a:gd name="connsiteY0" fmla="*/ 7868 h 1809017"/>
                <a:gd name="connsiteX1" fmla="*/ 1014926 w 3752106"/>
                <a:gd name="connsiteY1" fmla="*/ 208608 h 1809017"/>
                <a:gd name="connsiteX2" fmla="*/ 1232451 w 3752106"/>
                <a:gd name="connsiteY2" fmla="*/ 1623113 h 1809017"/>
                <a:gd name="connsiteX3" fmla="*/ 2482643 w 3752106"/>
                <a:gd name="connsiteY3" fmla="*/ 1636581 h 1809017"/>
                <a:gd name="connsiteX4" fmla="*/ 2702915 w 3752106"/>
                <a:gd name="connsiteY4" fmla="*/ 186883 h 1809017"/>
                <a:gd name="connsiteX5" fmla="*/ 3752106 w 3752106"/>
                <a:gd name="connsiteY5" fmla="*/ 7868 h 1809017"/>
                <a:gd name="connsiteX0" fmla="*/ 0 w 3752106"/>
                <a:gd name="connsiteY0" fmla="*/ 7868 h 1808375"/>
                <a:gd name="connsiteX1" fmla="*/ 1014926 w 3752106"/>
                <a:gd name="connsiteY1" fmla="*/ 208608 h 1808375"/>
                <a:gd name="connsiteX2" fmla="*/ 1232451 w 3752106"/>
                <a:gd name="connsiteY2" fmla="*/ 1623113 h 1808375"/>
                <a:gd name="connsiteX3" fmla="*/ 2482643 w 3752106"/>
                <a:gd name="connsiteY3" fmla="*/ 1636581 h 1808375"/>
                <a:gd name="connsiteX4" fmla="*/ 2698164 w 3752106"/>
                <a:gd name="connsiteY4" fmla="*/ 196876 h 1808375"/>
                <a:gd name="connsiteX5" fmla="*/ 3752106 w 3752106"/>
                <a:gd name="connsiteY5" fmla="*/ 7868 h 1808375"/>
                <a:gd name="connsiteX0" fmla="*/ 0 w 3752106"/>
                <a:gd name="connsiteY0" fmla="*/ 7868 h 1806774"/>
                <a:gd name="connsiteX1" fmla="*/ 1014926 w 3752106"/>
                <a:gd name="connsiteY1" fmla="*/ 208608 h 1806774"/>
                <a:gd name="connsiteX2" fmla="*/ 1232451 w 3752106"/>
                <a:gd name="connsiteY2" fmla="*/ 1623113 h 1806774"/>
                <a:gd name="connsiteX3" fmla="*/ 2482643 w 3752106"/>
                <a:gd name="connsiteY3" fmla="*/ 1636581 h 1806774"/>
                <a:gd name="connsiteX4" fmla="*/ 2698164 w 3752106"/>
                <a:gd name="connsiteY4" fmla="*/ 221859 h 1806774"/>
                <a:gd name="connsiteX5" fmla="*/ 3752106 w 3752106"/>
                <a:gd name="connsiteY5" fmla="*/ 7868 h 1806774"/>
                <a:gd name="connsiteX0" fmla="*/ 0 w 3752106"/>
                <a:gd name="connsiteY0" fmla="*/ 7868 h 1807413"/>
                <a:gd name="connsiteX1" fmla="*/ 1014926 w 3752106"/>
                <a:gd name="connsiteY1" fmla="*/ 208608 h 1807413"/>
                <a:gd name="connsiteX2" fmla="*/ 1232451 w 3752106"/>
                <a:gd name="connsiteY2" fmla="*/ 1623113 h 1807413"/>
                <a:gd name="connsiteX3" fmla="*/ 2482643 w 3752106"/>
                <a:gd name="connsiteY3" fmla="*/ 1636581 h 1807413"/>
                <a:gd name="connsiteX4" fmla="*/ 2688661 w 3752106"/>
                <a:gd name="connsiteY4" fmla="*/ 211865 h 1807413"/>
                <a:gd name="connsiteX5" fmla="*/ 3752106 w 3752106"/>
                <a:gd name="connsiteY5" fmla="*/ 7868 h 1807413"/>
                <a:gd name="connsiteX0" fmla="*/ 0 w 3752106"/>
                <a:gd name="connsiteY0" fmla="*/ 7868 h 1807413"/>
                <a:gd name="connsiteX1" fmla="*/ 1014926 w 3752106"/>
                <a:gd name="connsiteY1" fmla="*/ 208608 h 1807413"/>
                <a:gd name="connsiteX2" fmla="*/ 1232451 w 3752106"/>
                <a:gd name="connsiteY2" fmla="*/ 1623113 h 1807413"/>
                <a:gd name="connsiteX3" fmla="*/ 2482643 w 3752106"/>
                <a:gd name="connsiteY3" fmla="*/ 1636581 h 1807413"/>
                <a:gd name="connsiteX4" fmla="*/ 2702916 w 3752106"/>
                <a:gd name="connsiteY4" fmla="*/ 211865 h 1807413"/>
                <a:gd name="connsiteX5" fmla="*/ 3752106 w 3752106"/>
                <a:gd name="connsiteY5" fmla="*/ 7868 h 1807413"/>
                <a:gd name="connsiteX0" fmla="*/ 0 w 3752106"/>
                <a:gd name="connsiteY0" fmla="*/ 7868 h 1807093"/>
                <a:gd name="connsiteX1" fmla="*/ 1014926 w 3752106"/>
                <a:gd name="connsiteY1" fmla="*/ 208608 h 1807093"/>
                <a:gd name="connsiteX2" fmla="*/ 1232451 w 3752106"/>
                <a:gd name="connsiteY2" fmla="*/ 1623113 h 1807093"/>
                <a:gd name="connsiteX3" fmla="*/ 2482643 w 3752106"/>
                <a:gd name="connsiteY3" fmla="*/ 1636581 h 1807093"/>
                <a:gd name="connsiteX4" fmla="*/ 2731426 w 3752106"/>
                <a:gd name="connsiteY4" fmla="*/ 216861 h 1807093"/>
                <a:gd name="connsiteX5" fmla="*/ 3752106 w 3752106"/>
                <a:gd name="connsiteY5" fmla="*/ 7868 h 1807093"/>
                <a:gd name="connsiteX0" fmla="*/ 0 w 3752106"/>
                <a:gd name="connsiteY0" fmla="*/ 7868 h 1807093"/>
                <a:gd name="connsiteX1" fmla="*/ 1014926 w 3752106"/>
                <a:gd name="connsiteY1" fmla="*/ 208608 h 1807093"/>
                <a:gd name="connsiteX2" fmla="*/ 1232451 w 3752106"/>
                <a:gd name="connsiteY2" fmla="*/ 1623113 h 1807093"/>
                <a:gd name="connsiteX3" fmla="*/ 2482643 w 3752106"/>
                <a:gd name="connsiteY3" fmla="*/ 1636581 h 1807093"/>
                <a:gd name="connsiteX4" fmla="*/ 2707668 w 3752106"/>
                <a:gd name="connsiteY4" fmla="*/ 216861 h 1807093"/>
                <a:gd name="connsiteX5" fmla="*/ 3752106 w 3752106"/>
                <a:gd name="connsiteY5" fmla="*/ 7868 h 1807093"/>
                <a:gd name="connsiteX0" fmla="*/ 0 w 3752106"/>
                <a:gd name="connsiteY0" fmla="*/ 7868 h 1807413"/>
                <a:gd name="connsiteX1" fmla="*/ 1014926 w 3752106"/>
                <a:gd name="connsiteY1" fmla="*/ 208608 h 1807413"/>
                <a:gd name="connsiteX2" fmla="*/ 1232451 w 3752106"/>
                <a:gd name="connsiteY2" fmla="*/ 1623113 h 1807413"/>
                <a:gd name="connsiteX3" fmla="*/ 2482643 w 3752106"/>
                <a:gd name="connsiteY3" fmla="*/ 1636581 h 1807413"/>
                <a:gd name="connsiteX4" fmla="*/ 2726675 w 3752106"/>
                <a:gd name="connsiteY4" fmla="*/ 211864 h 1807413"/>
                <a:gd name="connsiteX5" fmla="*/ 3752106 w 3752106"/>
                <a:gd name="connsiteY5" fmla="*/ 7868 h 1807413"/>
                <a:gd name="connsiteX0" fmla="*/ 0 w 3752106"/>
                <a:gd name="connsiteY0" fmla="*/ 7868 h 1807413"/>
                <a:gd name="connsiteX1" fmla="*/ 1014926 w 3752106"/>
                <a:gd name="connsiteY1" fmla="*/ 208608 h 1807413"/>
                <a:gd name="connsiteX2" fmla="*/ 1232451 w 3752106"/>
                <a:gd name="connsiteY2" fmla="*/ 1623113 h 1807413"/>
                <a:gd name="connsiteX3" fmla="*/ 2482643 w 3752106"/>
                <a:gd name="connsiteY3" fmla="*/ 1636581 h 1807413"/>
                <a:gd name="connsiteX4" fmla="*/ 2726675 w 3752106"/>
                <a:gd name="connsiteY4" fmla="*/ 211864 h 1807413"/>
                <a:gd name="connsiteX5" fmla="*/ 3752106 w 3752106"/>
                <a:gd name="connsiteY5" fmla="*/ 7868 h 1807413"/>
                <a:gd name="connsiteX0" fmla="*/ 0 w 3752106"/>
                <a:gd name="connsiteY0" fmla="*/ 12554 h 1812099"/>
                <a:gd name="connsiteX1" fmla="*/ 1014926 w 3752106"/>
                <a:gd name="connsiteY1" fmla="*/ 213294 h 1812099"/>
                <a:gd name="connsiteX2" fmla="*/ 1232451 w 3752106"/>
                <a:gd name="connsiteY2" fmla="*/ 1627799 h 1812099"/>
                <a:gd name="connsiteX3" fmla="*/ 2482643 w 3752106"/>
                <a:gd name="connsiteY3" fmla="*/ 1641267 h 1812099"/>
                <a:gd name="connsiteX4" fmla="*/ 2726675 w 3752106"/>
                <a:gd name="connsiteY4" fmla="*/ 216550 h 1812099"/>
                <a:gd name="connsiteX5" fmla="*/ 3752106 w 3752106"/>
                <a:gd name="connsiteY5" fmla="*/ 12554 h 1812099"/>
                <a:gd name="connsiteX0" fmla="*/ 0 w 3752106"/>
                <a:gd name="connsiteY0" fmla="*/ 14293 h 1813838"/>
                <a:gd name="connsiteX1" fmla="*/ 1014926 w 3752106"/>
                <a:gd name="connsiteY1" fmla="*/ 215033 h 1813838"/>
                <a:gd name="connsiteX2" fmla="*/ 1232451 w 3752106"/>
                <a:gd name="connsiteY2" fmla="*/ 1629538 h 1813838"/>
                <a:gd name="connsiteX3" fmla="*/ 2482643 w 3752106"/>
                <a:gd name="connsiteY3" fmla="*/ 1643006 h 1813838"/>
                <a:gd name="connsiteX4" fmla="*/ 2726675 w 3752106"/>
                <a:gd name="connsiteY4" fmla="*/ 218289 h 1813838"/>
                <a:gd name="connsiteX5" fmla="*/ 3752106 w 3752106"/>
                <a:gd name="connsiteY5" fmla="*/ 14293 h 1813838"/>
                <a:gd name="connsiteX0" fmla="*/ 0 w 3752106"/>
                <a:gd name="connsiteY0" fmla="*/ 12555 h 1812100"/>
                <a:gd name="connsiteX1" fmla="*/ 1014926 w 3752106"/>
                <a:gd name="connsiteY1" fmla="*/ 213295 h 1812100"/>
                <a:gd name="connsiteX2" fmla="*/ 1232451 w 3752106"/>
                <a:gd name="connsiteY2" fmla="*/ 1627800 h 1812100"/>
                <a:gd name="connsiteX3" fmla="*/ 2482643 w 3752106"/>
                <a:gd name="connsiteY3" fmla="*/ 1641268 h 1812100"/>
                <a:gd name="connsiteX4" fmla="*/ 2726675 w 3752106"/>
                <a:gd name="connsiteY4" fmla="*/ 216551 h 1812100"/>
                <a:gd name="connsiteX5" fmla="*/ 3752106 w 3752106"/>
                <a:gd name="connsiteY5" fmla="*/ 12555 h 1812100"/>
                <a:gd name="connsiteX0" fmla="*/ 0 w 3752106"/>
                <a:gd name="connsiteY0" fmla="*/ 8582 h 1808127"/>
                <a:gd name="connsiteX1" fmla="*/ 1014926 w 3752106"/>
                <a:gd name="connsiteY1" fmla="*/ 209322 h 1808127"/>
                <a:gd name="connsiteX2" fmla="*/ 1232451 w 3752106"/>
                <a:gd name="connsiteY2" fmla="*/ 1623827 h 1808127"/>
                <a:gd name="connsiteX3" fmla="*/ 2482643 w 3752106"/>
                <a:gd name="connsiteY3" fmla="*/ 1637295 h 1808127"/>
                <a:gd name="connsiteX4" fmla="*/ 2726675 w 3752106"/>
                <a:gd name="connsiteY4" fmla="*/ 212578 h 1808127"/>
                <a:gd name="connsiteX5" fmla="*/ 3752106 w 3752106"/>
                <a:gd name="connsiteY5" fmla="*/ 8582 h 1808127"/>
                <a:gd name="connsiteX0" fmla="*/ 0 w 3752106"/>
                <a:gd name="connsiteY0" fmla="*/ 7869 h 1807414"/>
                <a:gd name="connsiteX1" fmla="*/ 1014926 w 3752106"/>
                <a:gd name="connsiteY1" fmla="*/ 208609 h 1807414"/>
                <a:gd name="connsiteX2" fmla="*/ 1232451 w 3752106"/>
                <a:gd name="connsiteY2" fmla="*/ 1623114 h 1807414"/>
                <a:gd name="connsiteX3" fmla="*/ 2482643 w 3752106"/>
                <a:gd name="connsiteY3" fmla="*/ 1636582 h 1807414"/>
                <a:gd name="connsiteX4" fmla="*/ 2726675 w 3752106"/>
                <a:gd name="connsiteY4" fmla="*/ 211865 h 1807414"/>
                <a:gd name="connsiteX5" fmla="*/ 3752106 w 3752106"/>
                <a:gd name="connsiteY5" fmla="*/ 7869 h 1807414"/>
                <a:gd name="connsiteX0" fmla="*/ 0 w 3718844"/>
                <a:gd name="connsiteY0" fmla="*/ 7869 h 1807414"/>
                <a:gd name="connsiteX1" fmla="*/ 1014926 w 3718844"/>
                <a:gd name="connsiteY1" fmla="*/ 208609 h 1807414"/>
                <a:gd name="connsiteX2" fmla="*/ 1232451 w 3718844"/>
                <a:gd name="connsiteY2" fmla="*/ 1623114 h 1807414"/>
                <a:gd name="connsiteX3" fmla="*/ 2482643 w 3718844"/>
                <a:gd name="connsiteY3" fmla="*/ 1636582 h 1807414"/>
                <a:gd name="connsiteX4" fmla="*/ 2726675 w 3718844"/>
                <a:gd name="connsiteY4" fmla="*/ 211865 h 1807414"/>
                <a:gd name="connsiteX5" fmla="*/ 3718844 w 3718844"/>
                <a:gd name="connsiteY5" fmla="*/ 7869 h 1807414"/>
                <a:gd name="connsiteX0" fmla="*/ 0 w 3718844"/>
                <a:gd name="connsiteY0" fmla="*/ 22705 h 1822250"/>
                <a:gd name="connsiteX1" fmla="*/ 1014926 w 3718844"/>
                <a:gd name="connsiteY1" fmla="*/ 223445 h 1822250"/>
                <a:gd name="connsiteX2" fmla="*/ 1232451 w 3718844"/>
                <a:gd name="connsiteY2" fmla="*/ 1637950 h 1822250"/>
                <a:gd name="connsiteX3" fmla="*/ 2482643 w 3718844"/>
                <a:gd name="connsiteY3" fmla="*/ 1651418 h 1822250"/>
                <a:gd name="connsiteX4" fmla="*/ 2726675 w 3718844"/>
                <a:gd name="connsiteY4" fmla="*/ 226701 h 1822250"/>
                <a:gd name="connsiteX5" fmla="*/ 3718844 w 3718844"/>
                <a:gd name="connsiteY5" fmla="*/ 22705 h 1822250"/>
                <a:gd name="connsiteX0" fmla="*/ 0 w 3718844"/>
                <a:gd name="connsiteY0" fmla="*/ 19825 h 1819370"/>
                <a:gd name="connsiteX1" fmla="*/ 1014926 w 3718844"/>
                <a:gd name="connsiteY1" fmla="*/ 220565 h 1819370"/>
                <a:gd name="connsiteX2" fmla="*/ 1232451 w 3718844"/>
                <a:gd name="connsiteY2" fmla="*/ 1635070 h 1819370"/>
                <a:gd name="connsiteX3" fmla="*/ 2482643 w 3718844"/>
                <a:gd name="connsiteY3" fmla="*/ 1648538 h 1819370"/>
                <a:gd name="connsiteX4" fmla="*/ 2726675 w 3718844"/>
                <a:gd name="connsiteY4" fmla="*/ 223821 h 1819370"/>
                <a:gd name="connsiteX5" fmla="*/ 3718844 w 3718844"/>
                <a:gd name="connsiteY5" fmla="*/ 24822 h 1819370"/>
                <a:gd name="connsiteX0" fmla="*/ 0 w 3718844"/>
                <a:gd name="connsiteY0" fmla="*/ 7869 h 1807414"/>
                <a:gd name="connsiteX1" fmla="*/ 1014926 w 3718844"/>
                <a:gd name="connsiteY1" fmla="*/ 208609 h 1807414"/>
                <a:gd name="connsiteX2" fmla="*/ 1232451 w 3718844"/>
                <a:gd name="connsiteY2" fmla="*/ 1623114 h 1807414"/>
                <a:gd name="connsiteX3" fmla="*/ 2482643 w 3718844"/>
                <a:gd name="connsiteY3" fmla="*/ 1636582 h 1807414"/>
                <a:gd name="connsiteX4" fmla="*/ 2726675 w 3718844"/>
                <a:gd name="connsiteY4" fmla="*/ 211865 h 1807414"/>
                <a:gd name="connsiteX5" fmla="*/ 3718844 w 3718844"/>
                <a:gd name="connsiteY5" fmla="*/ 12866 h 1807414"/>
                <a:gd name="connsiteX0" fmla="*/ 0 w 3690334"/>
                <a:gd name="connsiteY0" fmla="*/ 9329 h 1808874"/>
                <a:gd name="connsiteX1" fmla="*/ 1014926 w 3690334"/>
                <a:gd name="connsiteY1" fmla="*/ 210069 h 1808874"/>
                <a:gd name="connsiteX2" fmla="*/ 1232451 w 3690334"/>
                <a:gd name="connsiteY2" fmla="*/ 1624574 h 1808874"/>
                <a:gd name="connsiteX3" fmla="*/ 2482643 w 3690334"/>
                <a:gd name="connsiteY3" fmla="*/ 1638042 h 1808874"/>
                <a:gd name="connsiteX4" fmla="*/ 2726675 w 3690334"/>
                <a:gd name="connsiteY4" fmla="*/ 213325 h 1808874"/>
                <a:gd name="connsiteX5" fmla="*/ 3690334 w 3690334"/>
                <a:gd name="connsiteY5" fmla="*/ 4333 h 1808874"/>
                <a:gd name="connsiteX0" fmla="*/ 0 w 3690334"/>
                <a:gd name="connsiteY0" fmla="*/ 9329 h 1826038"/>
                <a:gd name="connsiteX1" fmla="*/ 1014926 w 3690334"/>
                <a:gd name="connsiteY1" fmla="*/ 210069 h 1826038"/>
                <a:gd name="connsiteX2" fmla="*/ 1232451 w 3690334"/>
                <a:gd name="connsiteY2" fmla="*/ 1624574 h 1826038"/>
                <a:gd name="connsiteX3" fmla="*/ 1853336 w 3690334"/>
                <a:gd name="connsiteY3" fmla="*/ 1808394 h 1826038"/>
                <a:gd name="connsiteX4" fmla="*/ 2482643 w 3690334"/>
                <a:gd name="connsiteY4" fmla="*/ 1638042 h 1826038"/>
                <a:gd name="connsiteX5" fmla="*/ 2726675 w 3690334"/>
                <a:gd name="connsiteY5" fmla="*/ 213325 h 1826038"/>
                <a:gd name="connsiteX6" fmla="*/ 3690334 w 3690334"/>
                <a:gd name="connsiteY6" fmla="*/ 4333 h 1826038"/>
                <a:gd name="connsiteX0" fmla="*/ 0 w 3690334"/>
                <a:gd name="connsiteY0" fmla="*/ 9329 h 1826038"/>
                <a:gd name="connsiteX1" fmla="*/ 1014926 w 3690334"/>
                <a:gd name="connsiteY1" fmla="*/ 210069 h 1826038"/>
                <a:gd name="connsiteX2" fmla="*/ 1232451 w 3690334"/>
                <a:gd name="connsiteY2" fmla="*/ 1624574 h 1826038"/>
                <a:gd name="connsiteX3" fmla="*/ 1853336 w 3690334"/>
                <a:gd name="connsiteY3" fmla="*/ 1808394 h 1826038"/>
                <a:gd name="connsiteX4" fmla="*/ 2482643 w 3690334"/>
                <a:gd name="connsiteY4" fmla="*/ 1638042 h 1826038"/>
                <a:gd name="connsiteX5" fmla="*/ 2726675 w 3690334"/>
                <a:gd name="connsiteY5" fmla="*/ 213325 h 1826038"/>
                <a:gd name="connsiteX6" fmla="*/ 3690334 w 3690334"/>
                <a:gd name="connsiteY6" fmla="*/ 4333 h 1826038"/>
                <a:gd name="connsiteX0" fmla="*/ 0 w 3690334"/>
                <a:gd name="connsiteY0" fmla="*/ 9329 h 1826038"/>
                <a:gd name="connsiteX1" fmla="*/ 1014926 w 3690334"/>
                <a:gd name="connsiteY1" fmla="*/ 210069 h 1826038"/>
                <a:gd name="connsiteX2" fmla="*/ 1232451 w 3690334"/>
                <a:gd name="connsiteY2" fmla="*/ 1624574 h 1826038"/>
                <a:gd name="connsiteX3" fmla="*/ 1853336 w 3690334"/>
                <a:gd name="connsiteY3" fmla="*/ 1808394 h 1826038"/>
                <a:gd name="connsiteX4" fmla="*/ 2482643 w 3690334"/>
                <a:gd name="connsiteY4" fmla="*/ 1638042 h 1826038"/>
                <a:gd name="connsiteX5" fmla="*/ 2726675 w 3690334"/>
                <a:gd name="connsiteY5" fmla="*/ 213325 h 1826038"/>
                <a:gd name="connsiteX6" fmla="*/ 3690334 w 3690334"/>
                <a:gd name="connsiteY6" fmla="*/ 4333 h 1826038"/>
                <a:gd name="connsiteX0" fmla="*/ 0 w 3690334"/>
                <a:gd name="connsiteY0" fmla="*/ 9329 h 1855468"/>
                <a:gd name="connsiteX1" fmla="*/ 1014926 w 3690334"/>
                <a:gd name="connsiteY1" fmla="*/ 210069 h 1855468"/>
                <a:gd name="connsiteX2" fmla="*/ 1232451 w 3690334"/>
                <a:gd name="connsiteY2" fmla="*/ 1624574 h 1855468"/>
                <a:gd name="connsiteX3" fmla="*/ 1853336 w 3690334"/>
                <a:gd name="connsiteY3" fmla="*/ 1848368 h 1855468"/>
                <a:gd name="connsiteX4" fmla="*/ 2482643 w 3690334"/>
                <a:gd name="connsiteY4" fmla="*/ 1638042 h 1855468"/>
                <a:gd name="connsiteX5" fmla="*/ 2726675 w 3690334"/>
                <a:gd name="connsiteY5" fmla="*/ 213325 h 1855468"/>
                <a:gd name="connsiteX6" fmla="*/ 3690334 w 3690334"/>
                <a:gd name="connsiteY6" fmla="*/ 4333 h 1855468"/>
                <a:gd name="connsiteX0" fmla="*/ 0 w 3690334"/>
                <a:gd name="connsiteY0" fmla="*/ 9329 h 1880903"/>
                <a:gd name="connsiteX1" fmla="*/ 1014926 w 3690334"/>
                <a:gd name="connsiteY1" fmla="*/ 210069 h 1880903"/>
                <a:gd name="connsiteX2" fmla="*/ 1232451 w 3690334"/>
                <a:gd name="connsiteY2" fmla="*/ 1624574 h 1880903"/>
                <a:gd name="connsiteX3" fmla="*/ 1853336 w 3690334"/>
                <a:gd name="connsiteY3" fmla="*/ 1878348 h 1880903"/>
                <a:gd name="connsiteX4" fmla="*/ 2482643 w 3690334"/>
                <a:gd name="connsiteY4" fmla="*/ 1638042 h 1880903"/>
                <a:gd name="connsiteX5" fmla="*/ 2726675 w 3690334"/>
                <a:gd name="connsiteY5" fmla="*/ 213325 h 1880903"/>
                <a:gd name="connsiteX6" fmla="*/ 3690334 w 3690334"/>
                <a:gd name="connsiteY6" fmla="*/ 4333 h 1880903"/>
                <a:gd name="connsiteX0" fmla="*/ 0 w 3690334"/>
                <a:gd name="connsiteY0" fmla="*/ 9329 h 1819438"/>
                <a:gd name="connsiteX1" fmla="*/ 1014926 w 3690334"/>
                <a:gd name="connsiteY1" fmla="*/ 210069 h 1819438"/>
                <a:gd name="connsiteX2" fmla="*/ 1232451 w 3690334"/>
                <a:gd name="connsiteY2" fmla="*/ 1624574 h 1819438"/>
                <a:gd name="connsiteX3" fmla="*/ 1858088 w 3690334"/>
                <a:gd name="connsiteY3" fmla="*/ 1798401 h 1819438"/>
                <a:gd name="connsiteX4" fmla="*/ 2482643 w 3690334"/>
                <a:gd name="connsiteY4" fmla="*/ 1638042 h 1819438"/>
                <a:gd name="connsiteX5" fmla="*/ 2726675 w 3690334"/>
                <a:gd name="connsiteY5" fmla="*/ 213325 h 1819438"/>
                <a:gd name="connsiteX6" fmla="*/ 3690334 w 3690334"/>
                <a:gd name="connsiteY6" fmla="*/ 4333 h 1819438"/>
                <a:gd name="connsiteX0" fmla="*/ 0 w 3690334"/>
                <a:gd name="connsiteY0" fmla="*/ 9329 h 1818240"/>
                <a:gd name="connsiteX1" fmla="*/ 1014926 w 3690334"/>
                <a:gd name="connsiteY1" fmla="*/ 210069 h 1818240"/>
                <a:gd name="connsiteX2" fmla="*/ 1232451 w 3690334"/>
                <a:gd name="connsiteY2" fmla="*/ 1624574 h 1818240"/>
                <a:gd name="connsiteX3" fmla="*/ 1858088 w 3690334"/>
                <a:gd name="connsiteY3" fmla="*/ 1798401 h 1818240"/>
                <a:gd name="connsiteX4" fmla="*/ 2515906 w 3690334"/>
                <a:gd name="connsiteY4" fmla="*/ 1558095 h 1818240"/>
                <a:gd name="connsiteX5" fmla="*/ 2726675 w 3690334"/>
                <a:gd name="connsiteY5" fmla="*/ 213325 h 1818240"/>
                <a:gd name="connsiteX6" fmla="*/ 3690334 w 3690334"/>
                <a:gd name="connsiteY6" fmla="*/ 4333 h 1818240"/>
                <a:gd name="connsiteX0" fmla="*/ 0 w 3690334"/>
                <a:gd name="connsiteY0" fmla="*/ 9329 h 1799727"/>
                <a:gd name="connsiteX1" fmla="*/ 1014926 w 3690334"/>
                <a:gd name="connsiteY1" fmla="*/ 210069 h 1799727"/>
                <a:gd name="connsiteX2" fmla="*/ 1199189 w 3690334"/>
                <a:gd name="connsiteY2" fmla="*/ 1544626 h 1799727"/>
                <a:gd name="connsiteX3" fmla="*/ 1858088 w 3690334"/>
                <a:gd name="connsiteY3" fmla="*/ 1798401 h 1799727"/>
                <a:gd name="connsiteX4" fmla="*/ 2515906 w 3690334"/>
                <a:gd name="connsiteY4" fmla="*/ 1558095 h 1799727"/>
                <a:gd name="connsiteX5" fmla="*/ 2726675 w 3690334"/>
                <a:gd name="connsiteY5" fmla="*/ 213325 h 1799727"/>
                <a:gd name="connsiteX6" fmla="*/ 3690334 w 3690334"/>
                <a:gd name="connsiteY6" fmla="*/ 4333 h 1799727"/>
                <a:gd name="connsiteX0" fmla="*/ 0 w 3690334"/>
                <a:gd name="connsiteY0" fmla="*/ 9329 h 1798918"/>
                <a:gd name="connsiteX1" fmla="*/ 1014926 w 3690334"/>
                <a:gd name="connsiteY1" fmla="*/ 210069 h 1798918"/>
                <a:gd name="connsiteX2" fmla="*/ 1199189 w 3690334"/>
                <a:gd name="connsiteY2" fmla="*/ 1544626 h 1798918"/>
                <a:gd name="connsiteX3" fmla="*/ 1858088 w 3690334"/>
                <a:gd name="connsiteY3" fmla="*/ 1798401 h 1798918"/>
                <a:gd name="connsiteX4" fmla="*/ 2525409 w 3690334"/>
                <a:gd name="connsiteY4" fmla="*/ 1533111 h 1798918"/>
                <a:gd name="connsiteX5" fmla="*/ 2726675 w 3690334"/>
                <a:gd name="connsiteY5" fmla="*/ 213325 h 1798918"/>
                <a:gd name="connsiteX6" fmla="*/ 3690334 w 3690334"/>
                <a:gd name="connsiteY6" fmla="*/ 4333 h 1798918"/>
                <a:gd name="connsiteX0" fmla="*/ 0 w 3690334"/>
                <a:gd name="connsiteY0" fmla="*/ 9329 h 1798668"/>
                <a:gd name="connsiteX1" fmla="*/ 1014926 w 3690334"/>
                <a:gd name="connsiteY1" fmla="*/ 210069 h 1798668"/>
                <a:gd name="connsiteX2" fmla="*/ 1199189 w 3690334"/>
                <a:gd name="connsiteY2" fmla="*/ 1544626 h 1798668"/>
                <a:gd name="connsiteX3" fmla="*/ 1858088 w 3690334"/>
                <a:gd name="connsiteY3" fmla="*/ 1798401 h 1798668"/>
                <a:gd name="connsiteX4" fmla="*/ 2525409 w 3690334"/>
                <a:gd name="connsiteY4" fmla="*/ 1548101 h 1798668"/>
                <a:gd name="connsiteX5" fmla="*/ 2726675 w 3690334"/>
                <a:gd name="connsiteY5" fmla="*/ 213325 h 1798668"/>
                <a:gd name="connsiteX6" fmla="*/ 3690334 w 3690334"/>
                <a:gd name="connsiteY6" fmla="*/ 4333 h 1798668"/>
                <a:gd name="connsiteX0" fmla="*/ 0 w 2726675"/>
                <a:gd name="connsiteY0" fmla="*/ 7869 h 1797208"/>
                <a:gd name="connsiteX1" fmla="*/ 1014926 w 2726675"/>
                <a:gd name="connsiteY1" fmla="*/ 208609 h 1797208"/>
                <a:gd name="connsiteX2" fmla="*/ 1199189 w 2726675"/>
                <a:gd name="connsiteY2" fmla="*/ 1543166 h 1797208"/>
                <a:gd name="connsiteX3" fmla="*/ 1858088 w 2726675"/>
                <a:gd name="connsiteY3" fmla="*/ 1796941 h 1797208"/>
                <a:gd name="connsiteX4" fmla="*/ 2525409 w 2726675"/>
                <a:gd name="connsiteY4" fmla="*/ 1546641 h 1797208"/>
                <a:gd name="connsiteX5" fmla="*/ 2726675 w 2726675"/>
                <a:gd name="connsiteY5" fmla="*/ 211865 h 1797208"/>
                <a:gd name="connsiteX0" fmla="*/ 0 w 2525409"/>
                <a:gd name="connsiteY0" fmla="*/ 7869 h 1797208"/>
                <a:gd name="connsiteX1" fmla="*/ 1014926 w 2525409"/>
                <a:gd name="connsiteY1" fmla="*/ 208609 h 1797208"/>
                <a:gd name="connsiteX2" fmla="*/ 1199189 w 2525409"/>
                <a:gd name="connsiteY2" fmla="*/ 1543166 h 1797208"/>
                <a:gd name="connsiteX3" fmla="*/ 1858088 w 2525409"/>
                <a:gd name="connsiteY3" fmla="*/ 1796941 h 1797208"/>
                <a:gd name="connsiteX4" fmla="*/ 2525409 w 2525409"/>
                <a:gd name="connsiteY4" fmla="*/ 1546641 h 1797208"/>
                <a:gd name="connsiteX0" fmla="*/ 0 w 1858088"/>
                <a:gd name="connsiteY0" fmla="*/ 7869 h 1796941"/>
                <a:gd name="connsiteX1" fmla="*/ 1014926 w 1858088"/>
                <a:gd name="connsiteY1" fmla="*/ 208609 h 1796941"/>
                <a:gd name="connsiteX2" fmla="*/ 1199189 w 1858088"/>
                <a:gd name="connsiteY2" fmla="*/ 1543166 h 1796941"/>
                <a:gd name="connsiteX3" fmla="*/ 1858088 w 1858088"/>
                <a:gd name="connsiteY3" fmla="*/ 1796941 h 1796941"/>
                <a:gd name="connsiteX0" fmla="*/ 0 w 1858088"/>
                <a:gd name="connsiteY0" fmla="*/ 0 h 1789072"/>
                <a:gd name="connsiteX1" fmla="*/ 935955 w 1858088"/>
                <a:gd name="connsiteY1" fmla="*/ 64305 h 1789072"/>
                <a:gd name="connsiteX2" fmla="*/ 1014926 w 1858088"/>
                <a:gd name="connsiteY2" fmla="*/ 200740 h 1789072"/>
                <a:gd name="connsiteX3" fmla="*/ 1199189 w 1858088"/>
                <a:gd name="connsiteY3" fmla="*/ 1535297 h 1789072"/>
                <a:gd name="connsiteX4" fmla="*/ 1858088 w 1858088"/>
                <a:gd name="connsiteY4" fmla="*/ 1789072 h 1789072"/>
                <a:gd name="connsiteX0" fmla="*/ 0 w 1858088"/>
                <a:gd name="connsiteY0" fmla="*/ 0 h 1789072"/>
                <a:gd name="connsiteX1" fmla="*/ 796496 w 1858088"/>
                <a:gd name="connsiteY1" fmla="*/ 47051 h 1789072"/>
                <a:gd name="connsiteX2" fmla="*/ 935955 w 1858088"/>
                <a:gd name="connsiteY2" fmla="*/ 64305 h 1789072"/>
                <a:gd name="connsiteX3" fmla="*/ 1014926 w 1858088"/>
                <a:gd name="connsiteY3" fmla="*/ 200740 h 1789072"/>
                <a:gd name="connsiteX4" fmla="*/ 1199189 w 1858088"/>
                <a:gd name="connsiteY4" fmla="*/ 1535297 h 1789072"/>
                <a:gd name="connsiteX5" fmla="*/ 1858088 w 1858088"/>
                <a:gd name="connsiteY5" fmla="*/ 1789072 h 1789072"/>
                <a:gd name="connsiteX0" fmla="*/ 0 w 1858088"/>
                <a:gd name="connsiteY0" fmla="*/ 0 h 1789072"/>
                <a:gd name="connsiteX1" fmla="*/ 796496 w 1858088"/>
                <a:gd name="connsiteY1" fmla="*/ 16858 h 1789072"/>
                <a:gd name="connsiteX2" fmla="*/ 935955 w 1858088"/>
                <a:gd name="connsiteY2" fmla="*/ 64305 h 1789072"/>
                <a:gd name="connsiteX3" fmla="*/ 1014926 w 1858088"/>
                <a:gd name="connsiteY3" fmla="*/ 200740 h 1789072"/>
                <a:gd name="connsiteX4" fmla="*/ 1199189 w 1858088"/>
                <a:gd name="connsiteY4" fmla="*/ 1535297 h 1789072"/>
                <a:gd name="connsiteX5" fmla="*/ 1858088 w 1858088"/>
                <a:gd name="connsiteY5" fmla="*/ 1789072 h 1789072"/>
                <a:gd name="connsiteX0" fmla="*/ 0 w 1858088"/>
                <a:gd name="connsiteY0" fmla="*/ 0 h 1789072"/>
                <a:gd name="connsiteX1" fmla="*/ 796496 w 1858088"/>
                <a:gd name="connsiteY1" fmla="*/ 16858 h 1789072"/>
                <a:gd name="connsiteX2" fmla="*/ 972870 w 1858088"/>
                <a:gd name="connsiteY2" fmla="*/ 51365 h 1789072"/>
                <a:gd name="connsiteX3" fmla="*/ 1014926 w 1858088"/>
                <a:gd name="connsiteY3" fmla="*/ 200740 h 1789072"/>
                <a:gd name="connsiteX4" fmla="*/ 1199189 w 1858088"/>
                <a:gd name="connsiteY4" fmla="*/ 1535297 h 1789072"/>
                <a:gd name="connsiteX5" fmla="*/ 1858088 w 1858088"/>
                <a:gd name="connsiteY5" fmla="*/ 1789072 h 1789072"/>
                <a:gd name="connsiteX0" fmla="*/ 0 w 1858088"/>
                <a:gd name="connsiteY0" fmla="*/ 0 h 1789072"/>
                <a:gd name="connsiteX1" fmla="*/ 796496 w 1858088"/>
                <a:gd name="connsiteY1" fmla="*/ 16858 h 1789072"/>
                <a:gd name="connsiteX2" fmla="*/ 972870 w 1858088"/>
                <a:gd name="connsiteY2" fmla="*/ 51365 h 1789072"/>
                <a:gd name="connsiteX3" fmla="*/ 1014926 w 1858088"/>
                <a:gd name="connsiteY3" fmla="*/ 200740 h 1789072"/>
                <a:gd name="connsiteX4" fmla="*/ 1199189 w 1858088"/>
                <a:gd name="connsiteY4" fmla="*/ 1535297 h 1789072"/>
                <a:gd name="connsiteX5" fmla="*/ 1858088 w 1858088"/>
                <a:gd name="connsiteY5" fmla="*/ 1789072 h 1789072"/>
                <a:gd name="connsiteX0" fmla="*/ 0 w 1858088"/>
                <a:gd name="connsiteY0" fmla="*/ 0 h 1789072"/>
                <a:gd name="connsiteX1" fmla="*/ 796496 w 1858088"/>
                <a:gd name="connsiteY1" fmla="*/ 16858 h 1789072"/>
                <a:gd name="connsiteX2" fmla="*/ 1014926 w 1858088"/>
                <a:gd name="connsiteY2" fmla="*/ 200740 h 1789072"/>
                <a:gd name="connsiteX3" fmla="*/ 1199189 w 1858088"/>
                <a:gd name="connsiteY3" fmla="*/ 1535297 h 1789072"/>
                <a:gd name="connsiteX4" fmla="*/ 1858088 w 1858088"/>
                <a:gd name="connsiteY4" fmla="*/ 1789072 h 1789072"/>
                <a:gd name="connsiteX0" fmla="*/ 0 w 1858088"/>
                <a:gd name="connsiteY0" fmla="*/ 0 h 1789072"/>
                <a:gd name="connsiteX1" fmla="*/ 796496 w 1858088"/>
                <a:gd name="connsiteY1" fmla="*/ 16858 h 1789072"/>
                <a:gd name="connsiteX2" fmla="*/ 1014926 w 1858088"/>
                <a:gd name="connsiteY2" fmla="*/ 200740 h 1789072"/>
                <a:gd name="connsiteX3" fmla="*/ 1199189 w 1858088"/>
                <a:gd name="connsiteY3" fmla="*/ 1535297 h 1789072"/>
                <a:gd name="connsiteX4" fmla="*/ 1858088 w 1858088"/>
                <a:gd name="connsiteY4" fmla="*/ 1789072 h 1789072"/>
                <a:gd name="connsiteX0" fmla="*/ 0 w 1858088"/>
                <a:gd name="connsiteY0" fmla="*/ 0 h 1789072"/>
                <a:gd name="connsiteX1" fmla="*/ 1014926 w 1858088"/>
                <a:gd name="connsiteY1" fmla="*/ 200740 h 1789072"/>
                <a:gd name="connsiteX2" fmla="*/ 1199189 w 1858088"/>
                <a:gd name="connsiteY2" fmla="*/ 1535297 h 1789072"/>
                <a:gd name="connsiteX3" fmla="*/ 1858088 w 1858088"/>
                <a:gd name="connsiteY3" fmla="*/ 1789072 h 1789072"/>
                <a:gd name="connsiteX0" fmla="*/ 0 w 1858088"/>
                <a:gd name="connsiteY0" fmla="*/ 0 h 1790959"/>
                <a:gd name="connsiteX1" fmla="*/ 965706 w 1858088"/>
                <a:gd name="connsiteY1" fmla="*/ 10959 h 1790959"/>
                <a:gd name="connsiteX2" fmla="*/ 1199189 w 1858088"/>
                <a:gd name="connsiteY2" fmla="*/ 1535297 h 1790959"/>
                <a:gd name="connsiteX3" fmla="*/ 1858088 w 1858088"/>
                <a:gd name="connsiteY3" fmla="*/ 1789072 h 1790959"/>
                <a:gd name="connsiteX0" fmla="*/ 0 w 1858088"/>
                <a:gd name="connsiteY0" fmla="*/ 0 h 1790959"/>
                <a:gd name="connsiteX1" fmla="*/ 965706 w 1858088"/>
                <a:gd name="connsiteY1" fmla="*/ 10959 h 1790959"/>
                <a:gd name="connsiteX2" fmla="*/ 1199189 w 1858088"/>
                <a:gd name="connsiteY2" fmla="*/ 1535297 h 1790959"/>
                <a:gd name="connsiteX3" fmla="*/ 1858088 w 1858088"/>
                <a:gd name="connsiteY3" fmla="*/ 1789072 h 1790959"/>
                <a:gd name="connsiteX0" fmla="*/ 0 w 1858088"/>
                <a:gd name="connsiteY0" fmla="*/ 0 h 1790959"/>
                <a:gd name="connsiteX1" fmla="*/ 965706 w 1858088"/>
                <a:gd name="connsiteY1" fmla="*/ 10959 h 1790959"/>
                <a:gd name="connsiteX2" fmla="*/ 1199189 w 1858088"/>
                <a:gd name="connsiteY2" fmla="*/ 1535297 h 1790959"/>
                <a:gd name="connsiteX3" fmla="*/ 1858088 w 1858088"/>
                <a:gd name="connsiteY3" fmla="*/ 1789072 h 1790959"/>
                <a:gd name="connsiteX0" fmla="*/ 0 w 1858088"/>
                <a:gd name="connsiteY0" fmla="*/ 0 h 1790959"/>
                <a:gd name="connsiteX1" fmla="*/ 965706 w 1858088"/>
                <a:gd name="connsiteY1" fmla="*/ 10959 h 1790959"/>
                <a:gd name="connsiteX2" fmla="*/ 1199189 w 1858088"/>
                <a:gd name="connsiteY2" fmla="*/ 1535297 h 1790959"/>
                <a:gd name="connsiteX3" fmla="*/ 1858088 w 1858088"/>
                <a:gd name="connsiteY3" fmla="*/ 1789072 h 1790959"/>
                <a:gd name="connsiteX0" fmla="*/ 0 w 1858088"/>
                <a:gd name="connsiteY0" fmla="*/ 0 h 1794903"/>
                <a:gd name="connsiteX1" fmla="*/ 965706 w 1858088"/>
                <a:gd name="connsiteY1" fmla="*/ 10959 h 1794903"/>
                <a:gd name="connsiteX2" fmla="*/ 1199189 w 1858088"/>
                <a:gd name="connsiteY2" fmla="*/ 1535297 h 1794903"/>
                <a:gd name="connsiteX3" fmla="*/ 1858088 w 1858088"/>
                <a:gd name="connsiteY3" fmla="*/ 1789072 h 1794903"/>
                <a:gd name="connsiteX0" fmla="*/ 0 w 1853986"/>
                <a:gd name="connsiteY0" fmla="*/ 0 h 1806841"/>
                <a:gd name="connsiteX1" fmla="*/ 965706 w 1853986"/>
                <a:gd name="connsiteY1" fmla="*/ 10959 h 1806841"/>
                <a:gd name="connsiteX2" fmla="*/ 1199189 w 1853986"/>
                <a:gd name="connsiteY2" fmla="*/ 1535297 h 1806841"/>
                <a:gd name="connsiteX3" fmla="*/ 1853986 w 1853986"/>
                <a:gd name="connsiteY3" fmla="*/ 1806325 h 1806841"/>
                <a:gd name="connsiteX0" fmla="*/ 0 w 1853986"/>
                <a:gd name="connsiteY0" fmla="*/ 0 h 1819312"/>
                <a:gd name="connsiteX1" fmla="*/ 965706 w 1853986"/>
                <a:gd name="connsiteY1" fmla="*/ 10959 h 1819312"/>
                <a:gd name="connsiteX2" fmla="*/ 1199189 w 1853986"/>
                <a:gd name="connsiteY2" fmla="*/ 1535297 h 1819312"/>
                <a:gd name="connsiteX3" fmla="*/ 1853986 w 1853986"/>
                <a:gd name="connsiteY3" fmla="*/ 1819264 h 18193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853986" h="1819312">
                  <a:moveTo>
                    <a:pt x="0" y="0"/>
                  </a:moveTo>
                  <a:lnTo>
                    <a:pt x="965706" y="10959"/>
                  </a:lnTo>
                  <a:cubicBezTo>
                    <a:pt x="1020807" y="301051"/>
                    <a:pt x="1051142" y="1233913"/>
                    <a:pt x="1199189" y="1535297"/>
                  </a:cubicBezTo>
                  <a:cubicBezTo>
                    <a:pt x="1347236" y="1836681"/>
                    <a:pt x="1632949" y="1818685"/>
                    <a:pt x="1853986" y="1819264"/>
                  </a:cubicBezTo>
                </a:path>
              </a:pathLst>
            </a:custGeom>
            <a:noFill/>
            <a:ln w="12382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1" name="Freeform 10">
              <a:extLst>
                <a:ext uri="{FF2B5EF4-FFF2-40B4-BE49-F238E27FC236}">
                  <a16:creationId xmlns:a16="http://schemas.microsoft.com/office/drawing/2014/main" id="{A5F0929C-CB9E-9046-965A-0305A161B0D3}"/>
                </a:ext>
              </a:extLst>
            </p:cNvPr>
            <p:cNvSpPr/>
            <p:nvPr/>
          </p:nvSpPr>
          <p:spPr>
            <a:xfrm flipH="1">
              <a:off x="5292750" y="2532248"/>
              <a:ext cx="1949562" cy="1819312"/>
            </a:xfrm>
            <a:custGeom>
              <a:avLst/>
              <a:gdLst>
                <a:gd name="connsiteX0" fmla="*/ 0 w 5009321"/>
                <a:gd name="connsiteY0" fmla="*/ 312756 h 1821094"/>
                <a:gd name="connsiteX1" fmla="*/ 1364974 w 5009321"/>
                <a:gd name="connsiteY1" fmla="*/ 273000 h 1821094"/>
                <a:gd name="connsiteX2" fmla="*/ 1630017 w 5009321"/>
                <a:gd name="connsiteY2" fmla="*/ 1571713 h 1821094"/>
                <a:gd name="connsiteX3" fmla="*/ 2372139 w 5009321"/>
                <a:gd name="connsiteY3" fmla="*/ 1717487 h 1821094"/>
                <a:gd name="connsiteX4" fmla="*/ 2849217 w 5009321"/>
                <a:gd name="connsiteY4" fmla="*/ 1690982 h 1821094"/>
                <a:gd name="connsiteX5" fmla="*/ 3114261 w 5009321"/>
                <a:gd name="connsiteY5" fmla="*/ 127226 h 1821094"/>
                <a:gd name="connsiteX6" fmla="*/ 4691269 w 5009321"/>
                <a:gd name="connsiteY6" fmla="*/ 87469 h 1821094"/>
                <a:gd name="connsiteX7" fmla="*/ 5009321 w 5009321"/>
                <a:gd name="connsiteY7" fmla="*/ 60965 h 1821094"/>
                <a:gd name="connsiteX0" fmla="*/ 0 w 5261112"/>
                <a:gd name="connsiteY0" fmla="*/ 100721 h 1821094"/>
                <a:gd name="connsiteX1" fmla="*/ 1616765 w 5261112"/>
                <a:gd name="connsiteY1" fmla="*/ 273000 h 1821094"/>
                <a:gd name="connsiteX2" fmla="*/ 1881808 w 5261112"/>
                <a:gd name="connsiteY2" fmla="*/ 1571713 h 1821094"/>
                <a:gd name="connsiteX3" fmla="*/ 2623930 w 5261112"/>
                <a:gd name="connsiteY3" fmla="*/ 1717487 h 1821094"/>
                <a:gd name="connsiteX4" fmla="*/ 3101008 w 5261112"/>
                <a:gd name="connsiteY4" fmla="*/ 1690982 h 1821094"/>
                <a:gd name="connsiteX5" fmla="*/ 3366052 w 5261112"/>
                <a:gd name="connsiteY5" fmla="*/ 127226 h 1821094"/>
                <a:gd name="connsiteX6" fmla="*/ 4943060 w 5261112"/>
                <a:gd name="connsiteY6" fmla="*/ 87469 h 1821094"/>
                <a:gd name="connsiteX7" fmla="*/ 5261112 w 5261112"/>
                <a:gd name="connsiteY7" fmla="*/ 60965 h 1821094"/>
                <a:gd name="connsiteX0" fmla="*/ 0 w 5261112"/>
                <a:gd name="connsiteY0" fmla="*/ 100721 h 1821094"/>
                <a:gd name="connsiteX1" fmla="*/ 1616765 w 5261112"/>
                <a:gd name="connsiteY1" fmla="*/ 273000 h 1821094"/>
                <a:gd name="connsiteX2" fmla="*/ 1881808 w 5261112"/>
                <a:gd name="connsiteY2" fmla="*/ 1571713 h 1821094"/>
                <a:gd name="connsiteX3" fmla="*/ 2623930 w 5261112"/>
                <a:gd name="connsiteY3" fmla="*/ 1717487 h 1821094"/>
                <a:gd name="connsiteX4" fmla="*/ 3101008 w 5261112"/>
                <a:gd name="connsiteY4" fmla="*/ 1690982 h 1821094"/>
                <a:gd name="connsiteX5" fmla="*/ 3366052 w 5261112"/>
                <a:gd name="connsiteY5" fmla="*/ 127226 h 1821094"/>
                <a:gd name="connsiteX6" fmla="*/ 4943060 w 5261112"/>
                <a:gd name="connsiteY6" fmla="*/ 87469 h 1821094"/>
                <a:gd name="connsiteX7" fmla="*/ 5261112 w 5261112"/>
                <a:gd name="connsiteY7" fmla="*/ 60965 h 1821094"/>
                <a:gd name="connsiteX0" fmla="*/ 0 w 5261112"/>
                <a:gd name="connsiteY0" fmla="*/ 100721 h 1821094"/>
                <a:gd name="connsiteX1" fmla="*/ 1616765 w 5261112"/>
                <a:gd name="connsiteY1" fmla="*/ 273000 h 1821094"/>
                <a:gd name="connsiteX2" fmla="*/ 1881808 w 5261112"/>
                <a:gd name="connsiteY2" fmla="*/ 1571713 h 1821094"/>
                <a:gd name="connsiteX3" fmla="*/ 2623930 w 5261112"/>
                <a:gd name="connsiteY3" fmla="*/ 1717487 h 1821094"/>
                <a:gd name="connsiteX4" fmla="*/ 3101008 w 5261112"/>
                <a:gd name="connsiteY4" fmla="*/ 1690982 h 1821094"/>
                <a:gd name="connsiteX5" fmla="*/ 3366052 w 5261112"/>
                <a:gd name="connsiteY5" fmla="*/ 127226 h 1821094"/>
                <a:gd name="connsiteX6" fmla="*/ 4943060 w 5261112"/>
                <a:gd name="connsiteY6" fmla="*/ 87469 h 1821094"/>
                <a:gd name="connsiteX7" fmla="*/ 5261112 w 5261112"/>
                <a:gd name="connsiteY7" fmla="*/ 60965 h 1821094"/>
                <a:gd name="connsiteX0" fmla="*/ 0 w 5261112"/>
                <a:gd name="connsiteY0" fmla="*/ 100721 h 1821094"/>
                <a:gd name="connsiteX1" fmla="*/ 1616765 w 5261112"/>
                <a:gd name="connsiteY1" fmla="*/ 127227 h 1821094"/>
                <a:gd name="connsiteX2" fmla="*/ 1881808 w 5261112"/>
                <a:gd name="connsiteY2" fmla="*/ 1571713 h 1821094"/>
                <a:gd name="connsiteX3" fmla="*/ 2623930 w 5261112"/>
                <a:gd name="connsiteY3" fmla="*/ 1717487 h 1821094"/>
                <a:gd name="connsiteX4" fmla="*/ 3101008 w 5261112"/>
                <a:gd name="connsiteY4" fmla="*/ 1690982 h 1821094"/>
                <a:gd name="connsiteX5" fmla="*/ 3366052 w 5261112"/>
                <a:gd name="connsiteY5" fmla="*/ 127226 h 1821094"/>
                <a:gd name="connsiteX6" fmla="*/ 4943060 w 5261112"/>
                <a:gd name="connsiteY6" fmla="*/ 87469 h 1821094"/>
                <a:gd name="connsiteX7" fmla="*/ 5261112 w 5261112"/>
                <a:gd name="connsiteY7" fmla="*/ 60965 h 1821094"/>
                <a:gd name="connsiteX0" fmla="*/ 0 w 5261112"/>
                <a:gd name="connsiteY0" fmla="*/ 100721 h 1821094"/>
                <a:gd name="connsiteX1" fmla="*/ 1616765 w 5261112"/>
                <a:gd name="connsiteY1" fmla="*/ 127227 h 1821094"/>
                <a:gd name="connsiteX2" fmla="*/ 1881808 w 5261112"/>
                <a:gd name="connsiteY2" fmla="*/ 1571713 h 1821094"/>
                <a:gd name="connsiteX3" fmla="*/ 2623930 w 5261112"/>
                <a:gd name="connsiteY3" fmla="*/ 1717487 h 1821094"/>
                <a:gd name="connsiteX4" fmla="*/ 3101008 w 5261112"/>
                <a:gd name="connsiteY4" fmla="*/ 1690982 h 1821094"/>
                <a:gd name="connsiteX5" fmla="*/ 3366052 w 5261112"/>
                <a:gd name="connsiteY5" fmla="*/ 127226 h 1821094"/>
                <a:gd name="connsiteX6" fmla="*/ 4943060 w 5261112"/>
                <a:gd name="connsiteY6" fmla="*/ 87469 h 1821094"/>
                <a:gd name="connsiteX7" fmla="*/ 5261112 w 5261112"/>
                <a:gd name="connsiteY7" fmla="*/ 60965 h 1821094"/>
                <a:gd name="connsiteX0" fmla="*/ 0 w 5261112"/>
                <a:gd name="connsiteY0" fmla="*/ 109720 h 1830093"/>
                <a:gd name="connsiteX1" fmla="*/ 1616765 w 5261112"/>
                <a:gd name="connsiteY1" fmla="*/ 136226 h 1830093"/>
                <a:gd name="connsiteX2" fmla="*/ 1881808 w 5261112"/>
                <a:gd name="connsiteY2" fmla="*/ 1580712 h 1830093"/>
                <a:gd name="connsiteX3" fmla="*/ 2623930 w 5261112"/>
                <a:gd name="connsiteY3" fmla="*/ 1726486 h 1830093"/>
                <a:gd name="connsiteX4" fmla="*/ 3101008 w 5261112"/>
                <a:gd name="connsiteY4" fmla="*/ 1699981 h 1830093"/>
                <a:gd name="connsiteX5" fmla="*/ 3366052 w 5261112"/>
                <a:gd name="connsiteY5" fmla="*/ 136225 h 1830093"/>
                <a:gd name="connsiteX6" fmla="*/ 4943060 w 5261112"/>
                <a:gd name="connsiteY6" fmla="*/ 96468 h 1830093"/>
                <a:gd name="connsiteX7" fmla="*/ 5261112 w 5261112"/>
                <a:gd name="connsiteY7" fmla="*/ 69964 h 1830093"/>
                <a:gd name="connsiteX0" fmla="*/ 0 w 5261112"/>
                <a:gd name="connsiteY0" fmla="*/ 100722 h 1821095"/>
                <a:gd name="connsiteX1" fmla="*/ 1616765 w 5261112"/>
                <a:gd name="connsiteY1" fmla="*/ 127228 h 1821095"/>
                <a:gd name="connsiteX2" fmla="*/ 1881808 w 5261112"/>
                <a:gd name="connsiteY2" fmla="*/ 1571714 h 1821095"/>
                <a:gd name="connsiteX3" fmla="*/ 2623930 w 5261112"/>
                <a:gd name="connsiteY3" fmla="*/ 1717488 h 1821095"/>
                <a:gd name="connsiteX4" fmla="*/ 3101008 w 5261112"/>
                <a:gd name="connsiteY4" fmla="*/ 1690983 h 1821095"/>
                <a:gd name="connsiteX5" fmla="*/ 3366052 w 5261112"/>
                <a:gd name="connsiteY5" fmla="*/ 127227 h 1821095"/>
                <a:gd name="connsiteX6" fmla="*/ 4943060 w 5261112"/>
                <a:gd name="connsiteY6" fmla="*/ 87470 h 1821095"/>
                <a:gd name="connsiteX7" fmla="*/ 5261112 w 5261112"/>
                <a:gd name="connsiteY7" fmla="*/ 60966 h 1821095"/>
                <a:gd name="connsiteX0" fmla="*/ 0 w 5261112"/>
                <a:gd name="connsiteY0" fmla="*/ 100722 h 1821095"/>
                <a:gd name="connsiteX1" fmla="*/ 1616765 w 5261112"/>
                <a:gd name="connsiteY1" fmla="*/ 127228 h 1821095"/>
                <a:gd name="connsiteX2" fmla="*/ 1881808 w 5261112"/>
                <a:gd name="connsiteY2" fmla="*/ 1571714 h 1821095"/>
                <a:gd name="connsiteX3" fmla="*/ 2623930 w 5261112"/>
                <a:gd name="connsiteY3" fmla="*/ 1717488 h 1821095"/>
                <a:gd name="connsiteX4" fmla="*/ 3101008 w 5261112"/>
                <a:gd name="connsiteY4" fmla="*/ 1690983 h 1821095"/>
                <a:gd name="connsiteX5" fmla="*/ 3366052 w 5261112"/>
                <a:gd name="connsiteY5" fmla="*/ 127227 h 1821095"/>
                <a:gd name="connsiteX6" fmla="*/ 4943060 w 5261112"/>
                <a:gd name="connsiteY6" fmla="*/ 87470 h 1821095"/>
                <a:gd name="connsiteX7" fmla="*/ 5261112 w 5261112"/>
                <a:gd name="connsiteY7" fmla="*/ 60966 h 1821095"/>
                <a:gd name="connsiteX0" fmla="*/ 0 w 5261112"/>
                <a:gd name="connsiteY0" fmla="*/ 98115 h 1744263"/>
                <a:gd name="connsiteX1" fmla="*/ 1616765 w 5261112"/>
                <a:gd name="connsiteY1" fmla="*/ 124621 h 1744263"/>
                <a:gd name="connsiteX2" fmla="*/ 1881808 w 5261112"/>
                <a:gd name="connsiteY2" fmla="*/ 1569107 h 1744263"/>
                <a:gd name="connsiteX3" fmla="*/ 2623930 w 5261112"/>
                <a:gd name="connsiteY3" fmla="*/ 1714881 h 1744263"/>
                <a:gd name="connsiteX4" fmla="*/ 3101008 w 5261112"/>
                <a:gd name="connsiteY4" fmla="*/ 1529350 h 1744263"/>
                <a:gd name="connsiteX5" fmla="*/ 3366052 w 5261112"/>
                <a:gd name="connsiteY5" fmla="*/ 124620 h 1744263"/>
                <a:gd name="connsiteX6" fmla="*/ 4943060 w 5261112"/>
                <a:gd name="connsiteY6" fmla="*/ 84863 h 1744263"/>
                <a:gd name="connsiteX7" fmla="*/ 5261112 w 5261112"/>
                <a:gd name="connsiteY7" fmla="*/ 58359 h 1744263"/>
                <a:gd name="connsiteX0" fmla="*/ 0 w 5261112"/>
                <a:gd name="connsiteY0" fmla="*/ 98115 h 1739047"/>
                <a:gd name="connsiteX1" fmla="*/ 1616765 w 5261112"/>
                <a:gd name="connsiteY1" fmla="*/ 124621 h 1739047"/>
                <a:gd name="connsiteX2" fmla="*/ 1881808 w 5261112"/>
                <a:gd name="connsiteY2" fmla="*/ 1569107 h 1739047"/>
                <a:gd name="connsiteX3" fmla="*/ 2623930 w 5261112"/>
                <a:gd name="connsiteY3" fmla="*/ 1714881 h 1739047"/>
                <a:gd name="connsiteX4" fmla="*/ 3101008 w 5261112"/>
                <a:gd name="connsiteY4" fmla="*/ 1529350 h 1739047"/>
                <a:gd name="connsiteX5" fmla="*/ 3366052 w 5261112"/>
                <a:gd name="connsiteY5" fmla="*/ 124620 h 1739047"/>
                <a:gd name="connsiteX6" fmla="*/ 4943060 w 5261112"/>
                <a:gd name="connsiteY6" fmla="*/ 84863 h 1739047"/>
                <a:gd name="connsiteX7" fmla="*/ 5261112 w 5261112"/>
                <a:gd name="connsiteY7" fmla="*/ 58359 h 1739047"/>
                <a:gd name="connsiteX0" fmla="*/ 0 w 5261112"/>
                <a:gd name="connsiteY0" fmla="*/ 98115 h 1744263"/>
                <a:gd name="connsiteX1" fmla="*/ 1616765 w 5261112"/>
                <a:gd name="connsiteY1" fmla="*/ 124621 h 1744263"/>
                <a:gd name="connsiteX2" fmla="*/ 1881808 w 5261112"/>
                <a:gd name="connsiteY2" fmla="*/ 1569107 h 1744263"/>
                <a:gd name="connsiteX3" fmla="*/ 2623930 w 5261112"/>
                <a:gd name="connsiteY3" fmla="*/ 1714881 h 1744263"/>
                <a:gd name="connsiteX4" fmla="*/ 3101008 w 5261112"/>
                <a:gd name="connsiteY4" fmla="*/ 1529350 h 1744263"/>
                <a:gd name="connsiteX5" fmla="*/ 3366052 w 5261112"/>
                <a:gd name="connsiteY5" fmla="*/ 124620 h 1744263"/>
                <a:gd name="connsiteX6" fmla="*/ 4943060 w 5261112"/>
                <a:gd name="connsiteY6" fmla="*/ 84863 h 1744263"/>
                <a:gd name="connsiteX7" fmla="*/ 5261112 w 5261112"/>
                <a:gd name="connsiteY7" fmla="*/ 58359 h 1744263"/>
                <a:gd name="connsiteX0" fmla="*/ 0 w 5261112"/>
                <a:gd name="connsiteY0" fmla="*/ 98115 h 1743386"/>
                <a:gd name="connsiteX1" fmla="*/ 1616765 w 5261112"/>
                <a:gd name="connsiteY1" fmla="*/ 124621 h 1743386"/>
                <a:gd name="connsiteX2" fmla="*/ 1881808 w 5261112"/>
                <a:gd name="connsiteY2" fmla="*/ 1569107 h 1743386"/>
                <a:gd name="connsiteX3" fmla="*/ 2623930 w 5261112"/>
                <a:gd name="connsiteY3" fmla="*/ 1714881 h 1743386"/>
                <a:gd name="connsiteX4" fmla="*/ 3193773 w 5261112"/>
                <a:gd name="connsiteY4" fmla="*/ 1542602 h 1743386"/>
                <a:gd name="connsiteX5" fmla="*/ 3366052 w 5261112"/>
                <a:gd name="connsiteY5" fmla="*/ 124620 h 1743386"/>
                <a:gd name="connsiteX6" fmla="*/ 4943060 w 5261112"/>
                <a:gd name="connsiteY6" fmla="*/ 84863 h 1743386"/>
                <a:gd name="connsiteX7" fmla="*/ 5261112 w 5261112"/>
                <a:gd name="connsiteY7" fmla="*/ 58359 h 1743386"/>
                <a:gd name="connsiteX0" fmla="*/ 0 w 5261112"/>
                <a:gd name="connsiteY0" fmla="*/ 98115 h 1735222"/>
                <a:gd name="connsiteX1" fmla="*/ 1616765 w 5261112"/>
                <a:gd name="connsiteY1" fmla="*/ 124621 h 1735222"/>
                <a:gd name="connsiteX2" fmla="*/ 1881808 w 5261112"/>
                <a:gd name="connsiteY2" fmla="*/ 1569107 h 1735222"/>
                <a:gd name="connsiteX3" fmla="*/ 3193773 w 5261112"/>
                <a:gd name="connsiteY3" fmla="*/ 1542602 h 1735222"/>
                <a:gd name="connsiteX4" fmla="*/ 3366052 w 5261112"/>
                <a:gd name="connsiteY4" fmla="*/ 124620 h 1735222"/>
                <a:gd name="connsiteX5" fmla="*/ 4943060 w 5261112"/>
                <a:gd name="connsiteY5" fmla="*/ 84863 h 1735222"/>
                <a:gd name="connsiteX6" fmla="*/ 5261112 w 5261112"/>
                <a:gd name="connsiteY6" fmla="*/ 58359 h 1735222"/>
                <a:gd name="connsiteX0" fmla="*/ 0 w 5261112"/>
                <a:gd name="connsiteY0" fmla="*/ 98115 h 1734438"/>
                <a:gd name="connsiteX1" fmla="*/ 1616765 w 5261112"/>
                <a:gd name="connsiteY1" fmla="*/ 124621 h 1734438"/>
                <a:gd name="connsiteX2" fmla="*/ 1881808 w 5261112"/>
                <a:gd name="connsiteY2" fmla="*/ 1569107 h 1734438"/>
                <a:gd name="connsiteX3" fmla="*/ 3193773 w 5261112"/>
                <a:gd name="connsiteY3" fmla="*/ 1542602 h 1734438"/>
                <a:gd name="connsiteX4" fmla="*/ 3485322 w 5261112"/>
                <a:gd name="connsiteY4" fmla="*/ 137873 h 1734438"/>
                <a:gd name="connsiteX5" fmla="*/ 4943060 w 5261112"/>
                <a:gd name="connsiteY5" fmla="*/ 84863 h 1734438"/>
                <a:gd name="connsiteX6" fmla="*/ 5261112 w 5261112"/>
                <a:gd name="connsiteY6" fmla="*/ 58359 h 1734438"/>
                <a:gd name="connsiteX0" fmla="*/ 0 w 5261112"/>
                <a:gd name="connsiteY0" fmla="*/ 98115 h 1734438"/>
                <a:gd name="connsiteX1" fmla="*/ 1616765 w 5261112"/>
                <a:gd name="connsiteY1" fmla="*/ 124621 h 1734438"/>
                <a:gd name="connsiteX2" fmla="*/ 1881808 w 5261112"/>
                <a:gd name="connsiteY2" fmla="*/ 1569107 h 1734438"/>
                <a:gd name="connsiteX3" fmla="*/ 3193773 w 5261112"/>
                <a:gd name="connsiteY3" fmla="*/ 1542602 h 1734438"/>
                <a:gd name="connsiteX4" fmla="*/ 3485322 w 5261112"/>
                <a:gd name="connsiteY4" fmla="*/ 137873 h 1734438"/>
                <a:gd name="connsiteX5" fmla="*/ 5261112 w 5261112"/>
                <a:gd name="connsiteY5" fmla="*/ 58359 h 1734438"/>
                <a:gd name="connsiteX0" fmla="*/ 0 w 5035825"/>
                <a:gd name="connsiteY0" fmla="*/ 98115 h 1734438"/>
                <a:gd name="connsiteX1" fmla="*/ 1616765 w 5035825"/>
                <a:gd name="connsiteY1" fmla="*/ 124621 h 1734438"/>
                <a:gd name="connsiteX2" fmla="*/ 1881808 w 5035825"/>
                <a:gd name="connsiteY2" fmla="*/ 1569107 h 1734438"/>
                <a:gd name="connsiteX3" fmla="*/ 3193773 w 5035825"/>
                <a:gd name="connsiteY3" fmla="*/ 1542602 h 1734438"/>
                <a:gd name="connsiteX4" fmla="*/ 3485322 w 5035825"/>
                <a:gd name="connsiteY4" fmla="*/ 137873 h 1734438"/>
                <a:gd name="connsiteX5" fmla="*/ 5035825 w 5035825"/>
                <a:gd name="connsiteY5" fmla="*/ 58359 h 1734438"/>
                <a:gd name="connsiteX0" fmla="*/ 0 w 4386468"/>
                <a:gd name="connsiteY0" fmla="*/ 39649 h 1795241"/>
                <a:gd name="connsiteX1" fmla="*/ 967408 w 4386468"/>
                <a:gd name="connsiteY1" fmla="*/ 185424 h 1795241"/>
                <a:gd name="connsiteX2" fmla="*/ 1232451 w 4386468"/>
                <a:gd name="connsiteY2" fmla="*/ 1629910 h 1795241"/>
                <a:gd name="connsiteX3" fmla="*/ 2544416 w 4386468"/>
                <a:gd name="connsiteY3" fmla="*/ 1603405 h 1795241"/>
                <a:gd name="connsiteX4" fmla="*/ 2835965 w 4386468"/>
                <a:gd name="connsiteY4" fmla="*/ 198676 h 1795241"/>
                <a:gd name="connsiteX5" fmla="*/ 4386468 w 4386468"/>
                <a:gd name="connsiteY5" fmla="*/ 119162 h 1795241"/>
                <a:gd name="connsiteX0" fmla="*/ 0 w 4386468"/>
                <a:gd name="connsiteY0" fmla="*/ 23737 h 1779329"/>
                <a:gd name="connsiteX1" fmla="*/ 967408 w 4386468"/>
                <a:gd name="connsiteY1" fmla="*/ 169512 h 1779329"/>
                <a:gd name="connsiteX2" fmla="*/ 1232451 w 4386468"/>
                <a:gd name="connsiteY2" fmla="*/ 1613998 h 1779329"/>
                <a:gd name="connsiteX3" fmla="*/ 2544416 w 4386468"/>
                <a:gd name="connsiteY3" fmla="*/ 1587493 h 1779329"/>
                <a:gd name="connsiteX4" fmla="*/ 2835965 w 4386468"/>
                <a:gd name="connsiteY4" fmla="*/ 182764 h 1779329"/>
                <a:gd name="connsiteX5" fmla="*/ 4386468 w 4386468"/>
                <a:gd name="connsiteY5" fmla="*/ 103250 h 1779329"/>
                <a:gd name="connsiteX0" fmla="*/ 0 w 3684102"/>
                <a:gd name="connsiteY0" fmla="*/ 23737 h 1779329"/>
                <a:gd name="connsiteX1" fmla="*/ 967408 w 3684102"/>
                <a:gd name="connsiteY1" fmla="*/ 169512 h 1779329"/>
                <a:gd name="connsiteX2" fmla="*/ 1232451 w 3684102"/>
                <a:gd name="connsiteY2" fmla="*/ 1613998 h 1779329"/>
                <a:gd name="connsiteX3" fmla="*/ 2544416 w 3684102"/>
                <a:gd name="connsiteY3" fmla="*/ 1587493 h 1779329"/>
                <a:gd name="connsiteX4" fmla="*/ 2835965 w 3684102"/>
                <a:gd name="connsiteY4" fmla="*/ 182764 h 1779329"/>
                <a:gd name="connsiteX5" fmla="*/ 3684102 w 3684102"/>
                <a:gd name="connsiteY5" fmla="*/ 50241 h 1779329"/>
                <a:gd name="connsiteX0" fmla="*/ 0 w 3790120"/>
                <a:gd name="connsiteY0" fmla="*/ 23737 h 1779329"/>
                <a:gd name="connsiteX1" fmla="*/ 967408 w 3790120"/>
                <a:gd name="connsiteY1" fmla="*/ 169512 h 1779329"/>
                <a:gd name="connsiteX2" fmla="*/ 1232451 w 3790120"/>
                <a:gd name="connsiteY2" fmla="*/ 1613998 h 1779329"/>
                <a:gd name="connsiteX3" fmla="*/ 2544416 w 3790120"/>
                <a:gd name="connsiteY3" fmla="*/ 1587493 h 1779329"/>
                <a:gd name="connsiteX4" fmla="*/ 2835965 w 3790120"/>
                <a:gd name="connsiteY4" fmla="*/ 182764 h 1779329"/>
                <a:gd name="connsiteX5" fmla="*/ 3790120 w 3790120"/>
                <a:gd name="connsiteY5" fmla="*/ 23737 h 1779329"/>
                <a:gd name="connsiteX0" fmla="*/ 0 w 3790120"/>
                <a:gd name="connsiteY0" fmla="*/ 14311 h 1794887"/>
                <a:gd name="connsiteX1" fmla="*/ 967408 w 3790120"/>
                <a:gd name="connsiteY1" fmla="*/ 185070 h 1794887"/>
                <a:gd name="connsiteX2" fmla="*/ 1232451 w 3790120"/>
                <a:gd name="connsiteY2" fmla="*/ 1629556 h 1794887"/>
                <a:gd name="connsiteX3" fmla="*/ 2544416 w 3790120"/>
                <a:gd name="connsiteY3" fmla="*/ 1603051 h 1794887"/>
                <a:gd name="connsiteX4" fmla="*/ 2835965 w 3790120"/>
                <a:gd name="connsiteY4" fmla="*/ 198322 h 1794887"/>
                <a:gd name="connsiteX5" fmla="*/ 3790120 w 3790120"/>
                <a:gd name="connsiteY5" fmla="*/ 39295 h 1794887"/>
                <a:gd name="connsiteX0" fmla="*/ 0 w 3790120"/>
                <a:gd name="connsiteY0" fmla="*/ 14311 h 1794887"/>
                <a:gd name="connsiteX1" fmla="*/ 967408 w 3790120"/>
                <a:gd name="connsiteY1" fmla="*/ 185070 h 1794887"/>
                <a:gd name="connsiteX2" fmla="*/ 1232451 w 3790120"/>
                <a:gd name="connsiteY2" fmla="*/ 1629556 h 1794887"/>
                <a:gd name="connsiteX3" fmla="*/ 2544416 w 3790120"/>
                <a:gd name="connsiteY3" fmla="*/ 1603051 h 1794887"/>
                <a:gd name="connsiteX4" fmla="*/ 2835965 w 3790120"/>
                <a:gd name="connsiteY4" fmla="*/ 198322 h 1794887"/>
                <a:gd name="connsiteX5" fmla="*/ 3790120 w 3790120"/>
                <a:gd name="connsiteY5" fmla="*/ 39295 h 1794887"/>
                <a:gd name="connsiteX0" fmla="*/ 0 w 3790120"/>
                <a:gd name="connsiteY0" fmla="*/ 8345 h 1788921"/>
                <a:gd name="connsiteX1" fmla="*/ 967408 w 3790120"/>
                <a:gd name="connsiteY1" fmla="*/ 179104 h 1788921"/>
                <a:gd name="connsiteX2" fmla="*/ 1232451 w 3790120"/>
                <a:gd name="connsiteY2" fmla="*/ 1623590 h 1788921"/>
                <a:gd name="connsiteX3" fmla="*/ 2544416 w 3790120"/>
                <a:gd name="connsiteY3" fmla="*/ 1597085 h 1788921"/>
                <a:gd name="connsiteX4" fmla="*/ 2835965 w 3790120"/>
                <a:gd name="connsiteY4" fmla="*/ 192356 h 1788921"/>
                <a:gd name="connsiteX5" fmla="*/ 3790120 w 3790120"/>
                <a:gd name="connsiteY5" fmla="*/ 33329 h 1788921"/>
                <a:gd name="connsiteX0" fmla="*/ 0 w 3790120"/>
                <a:gd name="connsiteY0" fmla="*/ 8345 h 1788921"/>
                <a:gd name="connsiteX1" fmla="*/ 967408 w 3790120"/>
                <a:gd name="connsiteY1" fmla="*/ 179104 h 1788921"/>
                <a:gd name="connsiteX2" fmla="*/ 1232451 w 3790120"/>
                <a:gd name="connsiteY2" fmla="*/ 1623590 h 1788921"/>
                <a:gd name="connsiteX3" fmla="*/ 2544416 w 3790120"/>
                <a:gd name="connsiteY3" fmla="*/ 1597085 h 1788921"/>
                <a:gd name="connsiteX4" fmla="*/ 2835965 w 3790120"/>
                <a:gd name="connsiteY4" fmla="*/ 192356 h 1788921"/>
                <a:gd name="connsiteX5" fmla="*/ 3790120 w 3790120"/>
                <a:gd name="connsiteY5" fmla="*/ 33329 h 1788921"/>
                <a:gd name="connsiteX0" fmla="*/ 0 w 3790120"/>
                <a:gd name="connsiteY0" fmla="*/ 5186 h 1785107"/>
                <a:gd name="connsiteX1" fmla="*/ 991167 w 3790120"/>
                <a:gd name="connsiteY1" fmla="*/ 185939 h 1785107"/>
                <a:gd name="connsiteX2" fmla="*/ 1232451 w 3790120"/>
                <a:gd name="connsiteY2" fmla="*/ 1620431 h 1785107"/>
                <a:gd name="connsiteX3" fmla="*/ 2544416 w 3790120"/>
                <a:gd name="connsiteY3" fmla="*/ 1593926 h 1785107"/>
                <a:gd name="connsiteX4" fmla="*/ 2835965 w 3790120"/>
                <a:gd name="connsiteY4" fmla="*/ 189197 h 1785107"/>
                <a:gd name="connsiteX5" fmla="*/ 3790120 w 3790120"/>
                <a:gd name="connsiteY5" fmla="*/ 30170 h 1785107"/>
                <a:gd name="connsiteX0" fmla="*/ 0 w 3752106"/>
                <a:gd name="connsiteY0" fmla="*/ 5186 h 1785107"/>
                <a:gd name="connsiteX1" fmla="*/ 991167 w 3752106"/>
                <a:gd name="connsiteY1" fmla="*/ 185939 h 1785107"/>
                <a:gd name="connsiteX2" fmla="*/ 1232451 w 3752106"/>
                <a:gd name="connsiteY2" fmla="*/ 1620431 h 1785107"/>
                <a:gd name="connsiteX3" fmla="*/ 2544416 w 3752106"/>
                <a:gd name="connsiteY3" fmla="*/ 1593926 h 1785107"/>
                <a:gd name="connsiteX4" fmla="*/ 2835965 w 3752106"/>
                <a:gd name="connsiteY4" fmla="*/ 189197 h 1785107"/>
                <a:gd name="connsiteX5" fmla="*/ 3752106 w 3752106"/>
                <a:gd name="connsiteY5" fmla="*/ 5186 h 1785107"/>
                <a:gd name="connsiteX0" fmla="*/ 0 w 3752106"/>
                <a:gd name="connsiteY0" fmla="*/ 5186 h 1785107"/>
                <a:gd name="connsiteX1" fmla="*/ 991167 w 3752106"/>
                <a:gd name="connsiteY1" fmla="*/ 185939 h 1785107"/>
                <a:gd name="connsiteX2" fmla="*/ 1232451 w 3752106"/>
                <a:gd name="connsiteY2" fmla="*/ 1620431 h 1785107"/>
                <a:gd name="connsiteX3" fmla="*/ 2544416 w 3752106"/>
                <a:gd name="connsiteY3" fmla="*/ 1593926 h 1785107"/>
                <a:gd name="connsiteX4" fmla="*/ 2835965 w 3752106"/>
                <a:gd name="connsiteY4" fmla="*/ 189197 h 1785107"/>
                <a:gd name="connsiteX5" fmla="*/ 3752106 w 3752106"/>
                <a:gd name="connsiteY5" fmla="*/ 5186 h 1785107"/>
                <a:gd name="connsiteX0" fmla="*/ 0 w 3752106"/>
                <a:gd name="connsiteY0" fmla="*/ 5186 h 1785107"/>
                <a:gd name="connsiteX1" fmla="*/ 991167 w 3752106"/>
                <a:gd name="connsiteY1" fmla="*/ 185939 h 1785107"/>
                <a:gd name="connsiteX2" fmla="*/ 1232451 w 3752106"/>
                <a:gd name="connsiteY2" fmla="*/ 1620431 h 1785107"/>
                <a:gd name="connsiteX3" fmla="*/ 2544416 w 3752106"/>
                <a:gd name="connsiteY3" fmla="*/ 1593926 h 1785107"/>
                <a:gd name="connsiteX4" fmla="*/ 2835965 w 3752106"/>
                <a:gd name="connsiteY4" fmla="*/ 189197 h 1785107"/>
                <a:gd name="connsiteX5" fmla="*/ 3752106 w 3752106"/>
                <a:gd name="connsiteY5" fmla="*/ 5186 h 1785107"/>
                <a:gd name="connsiteX0" fmla="*/ 0 w 3752106"/>
                <a:gd name="connsiteY0" fmla="*/ 5186 h 1785107"/>
                <a:gd name="connsiteX1" fmla="*/ 991167 w 3752106"/>
                <a:gd name="connsiteY1" fmla="*/ 185939 h 1785107"/>
                <a:gd name="connsiteX2" fmla="*/ 1232451 w 3752106"/>
                <a:gd name="connsiteY2" fmla="*/ 1620431 h 1785107"/>
                <a:gd name="connsiteX3" fmla="*/ 2544416 w 3752106"/>
                <a:gd name="connsiteY3" fmla="*/ 1593926 h 1785107"/>
                <a:gd name="connsiteX4" fmla="*/ 2835965 w 3752106"/>
                <a:gd name="connsiteY4" fmla="*/ 189197 h 1785107"/>
                <a:gd name="connsiteX5" fmla="*/ 3752106 w 3752106"/>
                <a:gd name="connsiteY5" fmla="*/ 5186 h 1785107"/>
                <a:gd name="connsiteX0" fmla="*/ 0 w 3752106"/>
                <a:gd name="connsiteY0" fmla="*/ 13548 h 1793469"/>
                <a:gd name="connsiteX1" fmla="*/ 991167 w 3752106"/>
                <a:gd name="connsiteY1" fmla="*/ 194301 h 1793469"/>
                <a:gd name="connsiteX2" fmla="*/ 1232451 w 3752106"/>
                <a:gd name="connsiteY2" fmla="*/ 1628793 h 1793469"/>
                <a:gd name="connsiteX3" fmla="*/ 2544416 w 3752106"/>
                <a:gd name="connsiteY3" fmla="*/ 1602288 h 1793469"/>
                <a:gd name="connsiteX4" fmla="*/ 2835965 w 3752106"/>
                <a:gd name="connsiteY4" fmla="*/ 197559 h 1793469"/>
                <a:gd name="connsiteX5" fmla="*/ 3752106 w 3752106"/>
                <a:gd name="connsiteY5" fmla="*/ 13548 h 1793469"/>
                <a:gd name="connsiteX0" fmla="*/ 0 w 3752106"/>
                <a:gd name="connsiteY0" fmla="*/ 6740 h 1785352"/>
                <a:gd name="connsiteX1" fmla="*/ 1014926 w 3752106"/>
                <a:gd name="connsiteY1" fmla="*/ 207480 h 1785352"/>
                <a:gd name="connsiteX2" fmla="*/ 1232451 w 3752106"/>
                <a:gd name="connsiteY2" fmla="*/ 1621985 h 1785352"/>
                <a:gd name="connsiteX3" fmla="*/ 2544416 w 3752106"/>
                <a:gd name="connsiteY3" fmla="*/ 1595480 h 1785352"/>
                <a:gd name="connsiteX4" fmla="*/ 2835965 w 3752106"/>
                <a:gd name="connsiteY4" fmla="*/ 190751 h 1785352"/>
                <a:gd name="connsiteX5" fmla="*/ 3752106 w 3752106"/>
                <a:gd name="connsiteY5" fmla="*/ 6740 h 1785352"/>
                <a:gd name="connsiteX0" fmla="*/ 0 w 3752106"/>
                <a:gd name="connsiteY0" fmla="*/ 4533 h 1783145"/>
                <a:gd name="connsiteX1" fmla="*/ 1014926 w 3752106"/>
                <a:gd name="connsiteY1" fmla="*/ 205273 h 1783145"/>
                <a:gd name="connsiteX2" fmla="*/ 1232451 w 3752106"/>
                <a:gd name="connsiteY2" fmla="*/ 1619778 h 1783145"/>
                <a:gd name="connsiteX3" fmla="*/ 2544416 w 3752106"/>
                <a:gd name="connsiteY3" fmla="*/ 1593273 h 1783145"/>
                <a:gd name="connsiteX4" fmla="*/ 2835965 w 3752106"/>
                <a:gd name="connsiteY4" fmla="*/ 188544 h 1783145"/>
                <a:gd name="connsiteX5" fmla="*/ 3752106 w 3752106"/>
                <a:gd name="connsiteY5" fmla="*/ 4533 h 1783145"/>
                <a:gd name="connsiteX0" fmla="*/ 0 w 3752106"/>
                <a:gd name="connsiteY0" fmla="*/ 2693 h 1781305"/>
                <a:gd name="connsiteX1" fmla="*/ 1014926 w 3752106"/>
                <a:gd name="connsiteY1" fmla="*/ 203433 h 1781305"/>
                <a:gd name="connsiteX2" fmla="*/ 1232451 w 3752106"/>
                <a:gd name="connsiteY2" fmla="*/ 1617938 h 1781305"/>
                <a:gd name="connsiteX3" fmla="*/ 2544416 w 3752106"/>
                <a:gd name="connsiteY3" fmla="*/ 1591433 h 1781305"/>
                <a:gd name="connsiteX4" fmla="*/ 2835965 w 3752106"/>
                <a:gd name="connsiteY4" fmla="*/ 186704 h 1781305"/>
                <a:gd name="connsiteX5" fmla="*/ 3752106 w 3752106"/>
                <a:gd name="connsiteY5" fmla="*/ 2693 h 1781305"/>
                <a:gd name="connsiteX0" fmla="*/ 0 w 3752106"/>
                <a:gd name="connsiteY0" fmla="*/ 7868 h 1786480"/>
                <a:gd name="connsiteX1" fmla="*/ 1014926 w 3752106"/>
                <a:gd name="connsiteY1" fmla="*/ 208608 h 1786480"/>
                <a:gd name="connsiteX2" fmla="*/ 1232451 w 3752106"/>
                <a:gd name="connsiteY2" fmla="*/ 1623113 h 1786480"/>
                <a:gd name="connsiteX3" fmla="*/ 2544416 w 3752106"/>
                <a:gd name="connsiteY3" fmla="*/ 1596608 h 1786480"/>
                <a:gd name="connsiteX4" fmla="*/ 2835965 w 3752106"/>
                <a:gd name="connsiteY4" fmla="*/ 191879 h 1786480"/>
                <a:gd name="connsiteX5" fmla="*/ 3752106 w 3752106"/>
                <a:gd name="connsiteY5" fmla="*/ 7868 h 1786480"/>
                <a:gd name="connsiteX0" fmla="*/ 0 w 3752106"/>
                <a:gd name="connsiteY0" fmla="*/ 7868 h 1786184"/>
                <a:gd name="connsiteX1" fmla="*/ 1014926 w 3752106"/>
                <a:gd name="connsiteY1" fmla="*/ 208608 h 1786184"/>
                <a:gd name="connsiteX2" fmla="*/ 1232451 w 3752106"/>
                <a:gd name="connsiteY2" fmla="*/ 1623113 h 1786184"/>
                <a:gd name="connsiteX3" fmla="*/ 2544416 w 3752106"/>
                <a:gd name="connsiteY3" fmla="*/ 1596608 h 1786184"/>
                <a:gd name="connsiteX4" fmla="*/ 2707668 w 3752106"/>
                <a:gd name="connsiteY4" fmla="*/ 196876 h 1786184"/>
                <a:gd name="connsiteX5" fmla="*/ 3752106 w 3752106"/>
                <a:gd name="connsiteY5" fmla="*/ 7868 h 1786184"/>
                <a:gd name="connsiteX0" fmla="*/ 0 w 3752106"/>
                <a:gd name="connsiteY0" fmla="*/ 7868 h 1791531"/>
                <a:gd name="connsiteX1" fmla="*/ 1014926 w 3752106"/>
                <a:gd name="connsiteY1" fmla="*/ 208608 h 1791531"/>
                <a:gd name="connsiteX2" fmla="*/ 1232451 w 3752106"/>
                <a:gd name="connsiteY2" fmla="*/ 1623113 h 1791531"/>
                <a:gd name="connsiteX3" fmla="*/ 2506401 w 3752106"/>
                <a:gd name="connsiteY3" fmla="*/ 1606601 h 1791531"/>
                <a:gd name="connsiteX4" fmla="*/ 2707668 w 3752106"/>
                <a:gd name="connsiteY4" fmla="*/ 196876 h 1791531"/>
                <a:gd name="connsiteX5" fmla="*/ 3752106 w 3752106"/>
                <a:gd name="connsiteY5" fmla="*/ 7868 h 1791531"/>
                <a:gd name="connsiteX0" fmla="*/ 0 w 3752106"/>
                <a:gd name="connsiteY0" fmla="*/ 7868 h 1791228"/>
                <a:gd name="connsiteX1" fmla="*/ 1014926 w 3752106"/>
                <a:gd name="connsiteY1" fmla="*/ 208608 h 1791228"/>
                <a:gd name="connsiteX2" fmla="*/ 1232451 w 3752106"/>
                <a:gd name="connsiteY2" fmla="*/ 1623113 h 1791228"/>
                <a:gd name="connsiteX3" fmla="*/ 2506401 w 3752106"/>
                <a:gd name="connsiteY3" fmla="*/ 1606601 h 1791228"/>
                <a:gd name="connsiteX4" fmla="*/ 2736178 w 3752106"/>
                <a:gd name="connsiteY4" fmla="*/ 201873 h 1791228"/>
                <a:gd name="connsiteX5" fmla="*/ 3752106 w 3752106"/>
                <a:gd name="connsiteY5" fmla="*/ 7868 h 1791228"/>
                <a:gd name="connsiteX0" fmla="*/ 0 w 3752106"/>
                <a:gd name="connsiteY0" fmla="*/ 7868 h 1790926"/>
                <a:gd name="connsiteX1" fmla="*/ 1014926 w 3752106"/>
                <a:gd name="connsiteY1" fmla="*/ 208608 h 1790926"/>
                <a:gd name="connsiteX2" fmla="*/ 1232451 w 3752106"/>
                <a:gd name="connsiteY2" fmla="*/ 1623113 h 1790926"/>
                <a:gd name="connsiteX3" fmla="*/ 2506401 w 3752106"/>
                <a:gd name="connsiteY3" fmla="*/ 1606601 h 1790926"/>
                <a:gd name="connsiteX4" fmla="*/ 2712419 w 3752106"/>
                <a:gd name="connsiteY4" fmla="*/ 206870 h 1790926"/>
                <a:gd name="connsiteX5" fmla="*/ 3752106 w 3752106"/>
                <a:gd name="connsiteY5" fmla="*/ 7868 h 1790926"/>
                <a:gd name="connsiteX0" fmla="*/ 0 w 3752106"/>
                <a:gd name="connsiteY0" fmla="*/ 7868 h 1807733"/>
                <a:gd name="connsiteX1" fmla="*/ 1014926 w 3752106"/>
                <a:gd name="connsiteY1" fmla="*/ 208608 h 1807733"/>
                <a:gd name="connsiteX2" fmla="*/ 1232451 w 3752106"/>
                <a:gd name="connsiteY2" fmla="*/ 1623113 h 1807733"/>
                <a:gd name="connsiteX3" fmla="*/ 2482643 w 3752106"/>
                <a:gd name="connsiteY3" fmla="*/ 1636581 h 1807733"/>
                <a:gd name="connsiteX4" fmla="*/ 2712419 w 3752106"/>
                <a:gd name="connsiteY4" fmla="*/ 206870 h 1807733"/>
                <a:gd name="connsiteX5" fmla="*/ 3752106 w 3752106"/>
                <a:gd name="connsiteY5" fmla="*/ 7868 h 1807733"/>
                <a:gd name="connsiteX0" fmla="*/ 0 w 3752106"/>
                <a:gd name="connsiteY0" fmla="*/ 7868 h 1809017"/>
                <a:gd name="connsiteX1" fmla="*/ 1014926 w 3752106"/>
                <a:gd name="connsiteY1" fmla="*/ 208608 h 1809017"/>
                <a:gd name="connsiteX2" fmla="*/ 1232451 w 3752106"/>
                <a:gd name="connsiteY2" fmla="*/ 1623113 h 1809017"/>
                <a:gd name="connsiteX3" fmla="*/ 2482643 w 3752106"/>
                <a:gd name="connsiteY3" fmla="*/ 1636581 h 1809017"/>
                <a:gd name="connsiteX4" fmla="*/ 2702915 w 3752106"/>
                <a:gd name="connsiteY4" fmla="*/ 186883 h 1809017"/>
                <a:gd name="connsiteX5" fmla="*/ 3752106 w 3752106"/>
                <a:gd name="connsiteY5" fmla="*/ 7868 h 1809017"/>
                <a:gd name="connsiteX0" fmla="*/ 0 w 3752106"/>
                <a:gd name="connsiteY0" fmla="*/ 7868 h 1808375"/>
                <a:gd name="connsiteX1" fmla="*/ 1014926 w 3752106"/>
                <a:gd name="connsiteY1" fmla="*/ 208608 h 1808375"/>
                <a:gd name="connsiteX2" fmla="*/ 1232451 w 3752106"/>
                <a:gd name="connsiteY2" fmla="*/ 1623113 h 1808375"/>
                <a:gd name="connsiteX3" fmla="*/ 2482643 w 3752106"/>
                <a:gd name="connsiteY3" fmla="*/ 1636581 h 1808375"/>
                <a:gd name="connsiteX4" fmla="*/ 2698164 w 3752106"/>
                <a:gd name="connsiteY4" fmla="*/ 196876 h 1808375"/>
                <a:gd name="connsiteX5" fmla="*/ 3752106 w 3752106"/>
                <a:gd name="connsiteY5" fmla="*/ 7868 h 1808375"/>
                <a:gd name="connsiteX0" fmla="*/ 0 w 3752106"/>
                <a:gd name="connsiteY0" fmla="*/ 7868 h 1806774"/>
                <a:gd name="connsiteX1" fmla="*/ 1014926 w 3752106"/>
                <a:gd name="connsiteY1" fmla="*/ 208608 h 1806774"/>
                <a:gd name="connsiteX2" fmla="*/ 1232451 w 3752106"/>
                <a:gd name="connsiteY2" fmla="*/ 1623113 h 1806774"/>
                <a:gd name="connsiteX3" fmla="*/ 2482643 w 3752106"/>
                <a:gd name="connsiteY3" fmla="*/ 1636581 h 1806774"/>
                <a:gd name="connsiteX4" fmla="*/ 2698164 w 3752106"/>
                <a:gd name="connsiteY4" fmla="*/ 221859 h 1806774"/>
                <a:gd name="connsiteX5" fmla="*/ 3752106 w 3752106"/>
                <a:gd name="connsiteY5" fmla="*/ 7868 h 1806774"/>
                <a:gd name="connsiteX0" fmla="*/ 0 w 3752106"/>
                <a:gd name="connsiteY0" fmla="*/ 7868 h 1807413"/>
                <a:gd name="connsiteX1" fmla="*/ 1014926 w 3752106"/>
                <a:gd name="connsiteY1" fmla="*/ 208608 h 1807413"/>
                <a:gd name="connsiteX2" fmla="*/ 1232451 w 3752106"/>
                <a:gd name="connsiteY2" fmla="*/ 1623113 h 1807413"/>
                <a:gd name="connsiteX3" fmla="*/ 2482643 w 3752106"/>
                <a:gd name="connsiteY3" fmla="*/ 1636581 h 1807413"/>
                <a:gd name="connsiteX4" fmla="*/ 2688661 w 3752106"/>
                <a:gd name="connsiteY4" fmla="*/ 211865 h 1807413"/>
                <a:gd name="connsiteX5" fmla="*/ 3752106 w 3752106"/>
                <a:gd name="connsiteY5" fmla="*/ 7868 h 1807413"/>
                <a:gd name="connsiteX0" fmla="*/ 0 w 3752106"/>
                <a:gd name="connsiteY0" fmla="*/ 7868 h 1807413"/>
                <a:gd name="connsiteX1" fmla="*/ 1014926 w 3752106"/>
                <a:gd name="connsiteY1" fmla="*/ 208608 h 1807413"/>
                <a:gd name="connsiteX2" fmla="*/ 1232451 w 3752106"/>
                <a:gd name="connsiteY2" fmla="*/ 1623113 h 1807413"/>
                <a:gd name="connsiteX3" fmla="*/ 2482643 w 3752106"/>
                <a:gd name="connsiteY3" fmla="*/ 1636581 h 1807413"/>
                <a:gd name="connsiteX4" fmla="*/ 2702916 w 3752106"/>
                <a:gd name="connsiteY4" fmla="*/ 211865 h 1807413"/>
                <a:gd name="connsiteX5" fmla="*/ 3752106 w 3752106"/>
                <a:gd name="connsiteY5" fmla="*/ 7868 h 1807413"/>
                <a:gd name="connsiteX0" fmla="*/ 0 w 3752106"/>
                <a:gd name="connsiteY0" fmla="*/ 7868 h 1807093"/>
                <a:gd name="connsiteX1" fmla="*/ 1014926 w 3752106"/>
                <a:gd name="connsiteY1" fmla="*/ 208608 h 1807093"/>
                <a:gd name="connsiteX2" fmla="*/ 1232451 w 3752106"/>
                <a:gd name="connsiteY2" fmla="*/ 1623113 h 1807093"/>
                <a:gd name="connsiteX3" fmla="*/ 2482643 w 3752106"/>
                <a:gd name="connsiteY3" fmla="*/ 1636581 h 1807093"/>
                <a:gd name="connsiteX4" fmla="*/ 2731426 w 3752106"/>
                <a:gd name="connsiteY4" fmla="*/ 216861 h 1807093"/>
                <a:gd name="connsiteX5" fmla="*/ 3752106 w 3752106"/>
                <a:gd name="connsiteY5" fmla="*/ 7868 h 1807093"/>
                <a:gd name="connsiteX0" fmla="*/ 0 w 3752106"/>
                <a:gd name="connsiteY0" fmla="*/ 7868 h 1807093"/>
                <a:gd name="connsiteX1" fmla="*/ 1014926 w 3752106"/>
                <a:gd name="connsiteY1" fmla="*/ 208608 h 1807093"/>
                <a:gd name="connsiteX2" fmla="*/ 1232451 w 3752106"/>
                <a:gd name="connsiteY2" fmla="*/ 1623113 h 1807093"/>
                <a:gd name="connsiteX3" fmla="*/ 2482643 w 3752106"/>
                <a:gd name="connsiteY3" fmla="*/ 1636581 h 1807093"/>
                <a:gd name="connsiteX4" fmla="*/ 2707668 w 3752106"/>
                <a:gd name="connsiteY4" fmla="*/ 216861 h 1807093"/>
                <a:gd name="connsiteX5" fmla="*/ 3752106 w 3752106"/>
                <a:gd name="connsiteY5" fmla="*/ 7868 h 1807093"/>
                <a:gd name="connsiteX0" fmla="*/ 0 w 3752106"/>
                <a:gd name="connsiteY0" fmla="*/ 7868 h 1807413"/>
                <a:gd name="connsiteX1" fmla="*/ 1014926 w 3752106"/>
                <a:gd name="connsiteY1" fmla="*/ 208608 h 1807413"/>
                <a:gd name="connsiteX2" fmla="*/ 1232451 w 3752106"/>
                <a:gd name="connsiteY2" fmla="*/ 1623113 h 1807413"/>
                <a:gd name="connsiteX3" fmla="*/ 2482643 w 3752106"/>
                <a:gd name="connsiteY3" fmla="*/ 1636581 h 1807413"/>
                <a:gd name="connsiteX4" fmla="*/ 2726675 w 3752106"/>
                <a:gd name="connsiteY4" fmla="*/ 211864 h 1807413"/>
                <a:gd name="connsiteX5" fmla="*/ 3752106 w 3752106"/>
                <a:gd name="connsiteY5" fmla="*/ 7868 h 1807413"/>
                <a:gd name="connsiteX0" fmla="*/ 0 w 3752106"/>
                <a:gd name="connsiteY0" fmla="*/ 7868 h 1807413"/>
                <a:gd name="connsiteX1" fmla="*/ 1014926 w 3752106"/>
                <a:gd name="connsiteY1" fmla="*/ 208608 h 1807413"/>
                <a:gd name="connsiteX2" fmla="*/ 1232451 w 3752106"/>
                <a:gd name="connsiteY2" fmla="*/ 1623113 h 1807413"/>
                <a:gd name="connsiteX3" fmla="*/ 2482643 w 3752106"/>
                <a:gd name="connsiteY3" fmla="*/ 1636581 h 1807413"/>
                <a:gd name="connsiteX4" fmla="*/ 2726675 w 3752106"/>
                <a:gd name="connsiteY4" fmla="*/ 211864 h 1807413"/>
                <a:gd name="connsiteX5" fmla="*/ 3752106 w 3752106"/>
                <a:gd name="connsiteY5" fmla="*/ 7868 h 1807413"/>
                <a:gd name="connsiteX0" fmla="*/ 0 w 3752106"/>
                <a:gd name="connsiteY0" fmla="*/ 12554 h 1812099"/>
                <a:gd name="connsiteX1" fmla="*/ 1014926 w 3752106"/>
                <a:gd name="connsiteY1" fmla="*/ 213294 h 1812099"/>
                <a:gd name="connsiteX2" fmla="*/ 1232451 w 3752106"/>
                <a:gd name="connsiteY2" fmla="*/ 1627799 h 1812099"/>
                <a:gd name="connsiteX3" fmla="*/ 2482643 w 3752106"/>
                <a:gd name="connsiteY3" fmla="*/ 1641267 h 1812099"/>
                <a:gd name="connsiteX4" fmla="*/ 2726675 w 3752106"/>
                <a:gd name="connsiteY4" fmla="*/ 216550 h 1812099"/>
                <a:gd name="connsiteX5" fmla="*/ 3752106 w 3752106"/>
                <a:gd name="connsiteY5" fmla="*/ 12554 h 1812099"/>
                <a:gd name="connsiteX0" fmla="*/ 0 w 3752106"/>
                <a:gd name="connsiteY0" fmla="*/ 14293 h 1813838"/>
                <a:gd name="connsiteX1" fmla="*/ 1014926 w 3752106"/>
                <a:gd name="connsiteY1" fmla="*/ 215033 h 1813838"/>
                <a:gd name="connsiteX2" fmla="*/ 1232451 w 3752106"/>
                <a:gd name="connsiteY2" fmla="*/ 1629538 h 1813838"/>
                <a:gd name="connsiteX3" fmla="*/ 2482643 w 3752106"/>
                <a:gd name="connsiteY3" fmla="*/ 1643006 h 1813838"/>
                <a:gd name="connsiteX4" fmla="*/ 2726675 w 3752106"/>
                <a:gd name="connsiteY4" fmla="*/ 218289 h 1813838"/>
                <a:gd name="connsiteX5" fmla="*/ 3752106 w 3752106"/>
                <a:gd name="connsiteY5" fmla="*/ 14293 h 1813838"/>
                <a:gd name="connsiteX0" fmla="*/ 0 w 3752106"/>
                <a:gd name="connsiteY0" fmla="*/ 12555 h 1812100"/>
                <a:gd name="connsiteX1" fmla="*/ 1014926 w 3752106"/>
                <a:gd name="connsiteY1" fmla="*/ 213295 h 1812100"/>
                <a:gd name="connsiteX2" fmla="*/ 1232451 w 3752106"/>
                <a:gd name="connsiteY2" fmla="*/ 1627800 h 1812100"/>
                <a:gd name="connsiteX3" fmla="*/ 2482643 w 3752106"/>
                <a:gd name="connsiteY3" fmla="*/ 1641268 h 1812100"/>
                <a:gd name="connsiteX4" fmla="*/ 2726675 w 3752106"/>
                <a:gd name="connsiteY4" fmla="*/ 216551 h 1812100"/>
                <a:gd name="connsiteX5" fmla="*/ 3752106 w 3752106"/>
                <a:gd name="connsiteY5" fmla="*/ 12555 h 1812100"/>
                <a:gd name="connsiteX0" fmla="*/ 0 w 3752106"/>
                <a:gd name="connsiteY0" fmla="*/ 8582 h 1808127"/>
                <a:gd name="connsiteX1" fmla="*/ 1014926 w 3752106"/>
                <a:gd name="connsiteY1" fmla="*/ 209322 h 1808127"/>
                <a:gd name="connsiteX2" fmla="*/ 1232451 w 3752106"/>
                <a:gd name="connsiteY2" fmla="*/ 1623827 h 1808127"/>
                <a:gd name="connsiteX3" fmla="*/ 2482643 w 3752106"/>
                <a:gd name="connsiteY3" fmla="*/ 1637295 h 1808127"/>
                <a:gd name="connsiteX4" fmla="*/ 2726675 w 3752106"/>
                <a:gd name="connsiteY4" fmla="*/ 212578 h 1808127"/>
                <a:gd name="connsiteX5" fmla="*/ 3752106 w 3752106"/>
                <a:gd name="connsiteY5" fmla="*/ 8582 h 1808127"/>
                <a:gd name="connsiteX0" fmla="*/ 0 w 3752106"/>
                <a:gd name="connsiteY0" fmla="*/ 7869 h 1807414"/>
                <a:gd name="connsiteX1" fmla="*/ 1014926 w 3752106"/>
                <a:gd name="connsiteY1" fmla="*/ 208609 h 1807414"/>
                <a:gd name="connsiteX2" fmla="*/ 1232451 w 3752106"/>
                <a:gd name="connsiteY2" fmla="*/ 1623114 h 1807414"/>
                <a:gd name="connsiteX3" fmla="*/ 2482643 w 3752106"/>
                <a:gd name="connsiteY3" fmla="*/ 1636582 h 1807414"/>
                <a:gd name="connsiteX4" fmla="*/ 2726675 w 3752106"/>
                <a:gd name="connsiteY4" fmla="*/ 211865 h 1807414"/>
                <a:gd name="connsiteX5" fmla="*/ 3752106 w 3752106"/>
                <a:gd name="connsiteY5" fmla="*/ 7869 h 1807414"/>
                <a:gd name="connsiteX0" fmla="*/ 0 w 3718844"/>
                <a:gd name="connsiteY0" fmla="*/ 7869 h 1807414"/>
                <a:gd name="connsiteX1" fmla="*/ 1014926 w 3718844"/>
                <a:gd name="connsiteY1" fmla="*/ 208609 h 1807414"/>
                <a:gd name="connsiteX2" fmla="*/ 1232451 w 3718844"/>
                <a:gd name="connsiteY2" fmla="*/ 1623114 h 1807414"/>
                <a:gd name="connsiteX3" fmla="*/ 2482643 w 3718844"/>
                <a:gd name="connsiteY3" fmla="*/ 1636582 h 1807414"/>
                <a:gd name="connsiteX4" fmla="*/ 2726675 w 3718844"/>
                <a:gd name="connsiteY4" fmla="*/ 211865 h 1807414"/>
                <a:gd name="connsiteX5" fmla="*/ 3718844 w 3718844"/>
                <a:gd name="connsiteY5" fmla="*/ 7869 h 1807414"/>
                <a:gd name="connsiteX0" fmla="*/ 0 w 3718844"/>
                <a:gd name="connsiteY0" fmla="*/ 22705 h 1822250"/>
                <a:gd name="connsiteX1" fmla="*/ 1014926 w 3718844"/>
                <a:gd name="connsiteY1" fmla="*/ 223445 h 1822250"/>
                <a:gd name="connsiteX2" fmla="*/ 1232451 w 3718844"/>
                <a:gd name="connsiteY2" fmla="*/ 1637950 h 1822250"/>
                <a:gd name="connsiteX3" fmla="*/ 2482643 w 3718844"/>
                <a:gd name="connsiteY3" fmla="*/ 1651418 h 1822250"/>
                <a:gd name="connsiteX4" fmla="*/ 2726675 w 3718844"/>
                <a:gd name="connsiteY4" fmla="*/ 226701 h 1822250"/>
                <a:gd name="connsiteX5" fmla="*/ 3718844 w 3718844"/>
                <a:gd name="connsiteY5" fmla="*/ 22705 h 1822250"/>
                <a:gd name="connsiteX0" fmla="*/ 0 w 3718844"/>
                <a:gd name="connsiteY0" fmla="*/ 19825 h 1819370"/>
                <a:gd name="connsiteX1" fmla="*/ 1014926 w 3718844"/>
                <a:gd name="connsiteY1" fmla="*/ 220565 h 1819370"/>
                <a:gd name="connsiteX2" fmla="*/ 1232451 w 3718844"/>
                <a:gd name="connsiteY2" fmla="*/ 1635070 h 1819370"/>
                <a:gd name="connsiteX3" fmla="*/ 2482643 w 3718844"/>
                <a:gd name="connsiteY3" fmla="*/ 1648538 h 1819370"/>
                <a:gd name="connsiteX4" fmla="*/ 2726675 w 3718844"/>
                <a:gd name="connsiteY4" fmla="*/ 223821 h 1819370"/>
                <a:gd name="connsiteX5" fmla="*/ 3718844 w 3718844"/>
                <a:gd name="connsiteY5" fmla="*/ 24822 h 1819370"/>
                <a:gd name="connsiteX0" fmla="*/ 0 w 3718844"/>
                <a:gd name="connsiteY0" fmla="*/ 7869 h 1807414"/>
                <a:gd name="connsiteX1" fmla="*/ 1014926 w 3718844"/>
                <a:gd name="connsiteY1" fmla="*/ 208609 h 1807414"/>
                <a:gd name="connsiteX2" fmla="*/ 1232451 w 3718844"/>
                <a:gd name="connsiteY2" fmla="*/ 1623114 h 1807414"/>
                <a:gd name="connsiteX3" fmla="*/ 2482643 w 3718844"/>
                <a:gd name="connsiteY3" fmla="*/ 1636582 h 1807414"/>
                <a:gd name="connsiteX4" fmla="*/ 2726675 w 3718844"/>
                <a:gd name="connsiteY4" fmla="*/ 211865 h 1807414"/>
                <a:gd name="connsiteX5" fmla="*/ 3718844 w 3718844"/>
                <a:gd name="connsiteY5" fmla="*/ 12866 h 1807414"/>
                <a:gd name="connsiteX0" fmla="*/ 0 w 3690334"/>
                <a:gd name="connsiteY0" fmla="*/ 9329 h 1808874"/>
                <a:gd name="connsiteX1" fmla="*/ 1014926 w 3690334"/>
                <a:gd name="connsiteY1" fmla="*/ 210069 h 1808874"/>
                <a:gd name="connsiteX2" fmla="*/ 1232451 w 3690334"/>
                <a:gd name="connsiteY2" fmla="*/ 1624574 h 1808874"/>
                <a:gd name="connsiteX3" fmla="*/ 2482643 w 3690334"/>
                <a:gd name="connsiteY3" fmla="*/ 1638042 h 1808874"/>
                <a:gd name="connsiteX4" fmla="*/ 2726675 w 3690334"/>
                <a:gd name="connsiteY4" fmla="*/ 213325 h 1808874"/>
                <a:gd name="connsiteX5" fmla="*/ 3690334 w 3690334"/>
                <a:gd name="connsiteY5" fmla="*/ 4333 h 1808874"/>
                <a:gd name="connsiteX0" fmla="*/ 0 w 3690334"/>
                <a:gd name="connsiteY0" fmla="*/ 9329 h 1826038"/>
                <a:gd name="connsiteX1" fmla="*/ 1014926 w 3690334"/>
                <a:gd name="connsiteY1" fmla="*/ 210069 h 1826038"/>
                <a:gd name="connsiteX2" fmla="*/ 1232451 w 3690334"/>
                <a:gd name="connsiteY2" fmla="*/ 1624574 h 1826038"/>
                <a:gd name="connsiteX3" fmla="*/ 1853336 w 3690334"/>
                <a:gd name="connsiteY3" fmla="*/ 1808394 h 1826038"/>
                <a:gd name="connsiteX4" fmla="*/ 2482643 w 3690334"/>
                <a:gd name="connsiteY4" fmla="*/ 1638042 h 1826038"/>
                <a:gd name="connsiteX5" fmla="*/ 2726675 w 3690334"/>
                <a:gd name="connsiteY5" fmla="*/ 213325 h 1826038"/>
                <a:gd name="connsiteX6" fmla="*/ 3690334 w 3690334"/>
                <a:gd name="connsiteY6" fmla="*/ 4333 h 1826038"/>
                <a:gd name="connsiteX0" fmla="*/ 0 w 3690334"/>
                <a:gd name="connsiteY0" fmla="*/ 9329 h 1826038"/>
                <a:gd name="connsiteX1" fmla="*/ 1014926 w 3690334"/>
                <a:gd name="connsiteY1" fmla="*/ 210069 h 1826038"/>
                <a:gd name="connsiteX2" fmla="*/ 1232451 w 3690334"/>
                <a:gd name="connsiteY2" fmla="*/ 1624574 h 1826038"/>
                <a:gd name="connsiteX3" fmla="*/ 1853336 w 3690334"/>
                <a:gd name="connsiteY3" fmla="*/ 1808394 h 1826038"/>
                <a:gd name="connsiteX4" fmla="*/ 2482643 w 3690334"/>
                <a:gd name="connsiteY4" fmla="*/ 1638042 h 1826038"/>
                <a:gd name="connsiteX5" fmla="*/ 2726675 w 3690334"/>
                <a:gd name="connsiteY5" fmla="*/ 213325 h 1826038"/>
                <a:gd name="connsiteX6" fmla="*/ 3690334 w 3690334"/>
                <a:gd name="connsiteY6" fmla="*/ 4333 h 1826038"/>
                <a:gd name="connsiteX0" fmla="*/ 0 w 3690334"/>
                <a:gd name="connsiteY0" fmla="*/ 9329 h 1826038"/>
                <a:gd name="connsiteX1" fmla="*/ 1014926 w 3690334"/>
                <a:gd name="connsiteY1" fmla="*/ 210069 h 1826038"/>
                <a:gd name="connsiteX2" fmla="*/ 1232451 w 3690334"/>
                <a:gd name="connsiteY2" fmla="*/ 1624574 h 1826038"/>
                <a:gd name="connsiteX3" fmla="*/ 1853336 w 3690334"/>
                <a:gd name="connsiteY3" fmla="*/ 1808394 h 1826038"/>
                <a:gd name="connsiteX4" fmla="*/ 2482643 w 3690334"/>
                <a:gd name="connsiteY4" fmla="*/ 1638042 h 1826038"/>
                <a:gd name="connsiteX5" fmla="*/ 2726675 w 3690334"/>
                <a:gd name="connsiteY5" fmla="*/ 213325 h 1826038"/>
                <a:gd name="connsiteX6" fmla="*/ 3690334 w 3690334"/>
                <a:gd name="connsiteY6" fmla="*/ 4333 h 1826038"/>
                <a:gd name="connsiteX0" fmla="*/ 0 w 3690334"/>
                <a:gd name="connsiteY0" fmla="*/ 9329 h 1855468"/>
                <a:gd name="connsiteX1" fmla="*/ 1014926 w 3690334"/>
                <a:gd name="connsiteY1" fmla="*/ 210069 h 1855468"/>
                <a:gd name="connsiteX2" fmla="*/ 1232451 w 3690334"/>
                <a:gd name="connsiteY2" fmla="*/ 1624574 h 1855468"/>
                <a:gd name="connsiteX3" fmla="*/ 1853336 w 3690334"/>
                <a:gd name="connsiteY3" fmla="*/ 1848368 h 1855468"/>
                <a:gd name="connsiteX4" fmla="*/ 2482643 w 3690334"/>
                <a:gd name="connsiteY4" fmla="*/ 1638042 h 1855468"/>
                <a:gd name="connsiteX5" fmla="*/ 2726675 w 3690334"/>
                <a:gd name="connsiteY5" fmla="*/ 213325 h 1855468"/>
                <a:gd name="connsiteX6" fmla="*/ 3690334 w 3690334"/>
                <a:gd name="connsiteY6" fmla="*/ 4333 h 1855468"/>
                <a:gd name="connsiteX0" fmla="*/ 0 w 3690334"/>
                <a:gd name="connsiteY0" fmla="*/ 9329 h 1880903"/>
                <a:gd name="connsiteX1" fmla="*/ 1014926 w 3690334"/>
                <a:gd name="connsiteY1" fmla="*/ 210069 h 1880903"/>
                <a:gd name="connsiteX2" fmla="*/ 1232451 w 3690334"/>
                <a:gd name="connsiteY2" fmla="*/ 1624574 h 1880903"/>
                <a:gd name="connsiteX3" fmla="*/ 1853336 w 3690334"/>
                <a:gd name="connsiteY3" fmla="*/ 1878348 h 1880903"/>
                <a:gd name="connsiteX4" fmla="*/ 2482643 w 3690334"/>
                <a:gd name="connsiteY4" fmla="*/ 1638042 h 1880903"/>
                <a:gd name="connsiteX5" fmla="*/ 2726675 w 3690334"/>
                <a:gd name="connsiteY5" fmla="*/ 213325 h 1880903"/>
                <a:gd name="connsiteX6" fmla="*/ 3690334 w 3690334"/>
                <a:gd name="connsiteY6" fmla="*/ 4333 h 1880903"/>
                <a:gd name="connsiteX0" fmla="*/ 0 w 3690334"/>
                <a:gd name="connsiteY0" fmla="*/ 9329 h 1819438"/>
                <a:gd name="connsiteX1" fmla="*/ 1014926 w 3690334"/>
                <a:gd name="connsiteY1" fmla="*/ 210069 h 1819438"/>
                <a:gd name="connsiteX2" fmla="*/ 1232451 w 3690334"/>
                <a:gd name="connsiteY2" fmla="*/ 1624574 h 1819438"/>
                <a:gd name="connsiteX3" fmla="*/ 1858088 w 3690334"/>
                <a:gd name="connsiteY3" fmla="*/ 1798401 h 1819438"/>
                <a:gd name="connsiteX4" fmla="*/ 2482643 w 3690334"/>
                <a:gd name="connsiteY4" fmla="*/ 1638042 h 1819438"/>
                <a:gd name="connsiteX5" fmla="*/ 2726675 w 3690334"/>
                <a:gd name="connsiteY5" fmla="*/ 213325 h 1819438"/>
                <a:gd name="connsiteX6" fmla="*/ 3690334 w 3690334"/>
                <a:gd name="connsiteY6" fmla="*/ 4333 h 1819438"/>
                <a:gd name="connsiteX0" fmla="*/ 0 w 3690334"/>
                <a:gd name="connsiteY0" fmla="*/ 9329 h 1818240"/>
                <a:gd name="connsiteX1" fmla="*/ 1014926 w 3690334"/>
                <a:gd name="connsiteY1" fmla="*/ 210069 h 1818240"/>
                <a:gd name="connsiteX2" fmla="*/ 1232451 w 3690334"/>
                <a:gd name="connsiteY2" fmla="*/ 1624574 h 1818240"/>
                <a:gd name="connsiteX3" fmla="*/ 1858088 w 3690334"/>
                <a:gd name="connsiteY3" fmla="*/ 1798401 h 1818240"/>
                <a:gd name="connsiteX4" fmla="*/ 2515906 w 3690334"/>
                <a:gd name="connsiteY4" fmla="*/ 1558095 h 1818240"/>
                <a:gd name="connsiteX5" fmla="*/ 2726675 w 3690334"/>
                <a:gd name="connsiteY5" fmla="*/ 213325 h 1818240"/>
                <a:gd name="connsiteX6" fmla="*/ 3690334 w 3690334"/>
                <a:gd name="connsiteY6" fmla="*/ 4333 h 1818240"/>
                <a:gd name="connsiteX0" fmla="*/ 0 w 3690334"/>
                <a:gd name="connsiteY0" fmla="*/ 9329 h 1799727"/>
                <a:gd name="connsiteX1" fmla="*/ 1014926 w 3690334"/>
                <a:gd name="connsiteY1" fmla="*/ 210069 h 1799727"/>
                <a:gd name="connsiteX2" fmla="*/ 1199189 w 3690334"/>
                <a:gd name="connsiteY2" fmla="*/ 1544626 h 1799727"/>
                <a:gd name="connsiteX3" fmla="*/ 1858088 w 3690334"/>
                <a:gd name="connsiteY3" fmla="*/ 1798401 h 1799727"/>
                <a:gd name="connsiteX4" fmla="*/ 2515906 w 3690334"/>
                <a:gd name="connsiteY4" fmla="*/ 1558095 h 1799727"/>
                <a:gd name="connsiteX5" fmla="*/ 2726675 w 3690334"/>
                <a:gd name="connsiteY5" fmla="*/ 213325 h 1799727"/>
                <a:gd name="connsiteX6" fmla="*/ 3690334 w 3690334"/>
                <a:gd name="connsiteY6" fmla="*/ 4333 h 1799727"/>
                <a:gd name="connsiteX0" fmla="*/ 0 w 3690334"/>
                <a:gd name="connsiteY0" fmla="*/ 9329 h 1798918"/>
                <a:gd name="connsiteX1" fmla="*/ 1014926 w 3690334"/>
                <a:gd name="connsiteY1" fmla="*/ 210069 h 1798918"/>
                <a:gd name="connsiteX2" fmla="*/ 1199189 w 3690334"/>
                <a:gd name="connsiteY2" fmla="*/ 1544626 h 1798918"/>
                <a:gd name="connsiteX3" fmla="*/ 1858088 w 3690334"/>
                <a:gd name="connsiteY3" fmla="*/ 1798401 h 1798918"/>
                <a:gd name="connsiteX4" fmla="*/ 2525409 w 3690334"/>
                <a:gd name="connsiteY4" fmla="*/ 1533111 h 1798918"/>
                <a:gd name="connsiteX5" fmla="*/ 2726675 w 3690334"/>
                <a:gd name="connsiteY5" fmla="*/ 213325 h 1798918"/>
                <a:gd name="connsiteX6" fmla="*/ 3690334 w 3690334"/>
                <a:gd name="connsiteY6" fmla="*/ 4333 h 1798918"/>
                <a:gd name="connsiteX0" fmla="*/ 0 w 3690334"/>
                <a:gd name="connsiteY0" fmla="*/ 9329 h 1798668"/>
                <a:gd name="connsiteX1" fmla="*/ 1014926 w 3690334"/>
                <a:gd name="connsiteY1" fmla="*/ 210069 h 1798668"/>
                <a:gd name="connsiteX2" fmla="*/ 1199189 w 3690334"/>
                <a:gd name="connsiteY2" fmla="*/ 1544626 h 1798668"/>
                <a:gd name="connsiteX3" fmla="*/ 1858088 w 3690334"/>
                <a:gd name="connsiteY3" fmla="*/ 1798401 h 1798668"/>
                <a:gd name="connsiteX4" fmla="*/ 2525409 w 3690334"/>
                <a:gd name="connsiteY4" fmla="*/ 1548101 h 1798668"/>
                <a:gd name="connsiteX5" fmla="*/ 2726675 w 3690334"/>
                <a:gd name="connsiteY5" fmla="*/ 213325 h 1798668"/>
                <a:gd name="connsiteX6" fmla="*/ 3690334 w 3690334"/>
                <a:gd name="connsiteY6" fmla="*/ 4333 h 1798668"/>
                <a:gd name="connsiteX0" fmla="*/ 0 w 2726675"/>
                <a:gd name="connsiteY0" fmla="*/ 7869 h 1797208"/>
                <a:gd name="connsiteX1" fmla="*/ 1014926 w 2726675"/>
                <a:gd name="connsiteY1" fmla="*/ 208609 h 1797208"/>
                <a:gd name="connsiteX2" fmla="*/ 1199189 w 2726675"/>
                <a:gd name="connsiteY2" fmla="*/ 1543166 h 1797208"/>
                <a:gd name="connsiteX3" fmla="*/ 1858088 w 2726675"/>
                <a:gd name="connsiteY3" fmla="*/ 1796941 h 1797208"/>
                <a:gd name="connsiteX4" fmla="*/ 2525409 w 2726675"/>
                <a:gd name="connsiteY4" fmla="*/ 1546641 h 1797208"/>
                <a:gd name="connsiteX5" fmla="*/ 2726675 w 2726675"/>
                <a:gd name="connsiteY5" fmla="*/ 211865 h 1797208"/>
                <a:gd name="connsiteX0" fmla="*/ 0 w 2525409"/>
                <a:gd name="connsiteY0" fmla="*/ 7869 h 1797208"/>
                <a:gd name="connsiteX1" fmla="*/ 1014926 w 2525409"/>
                <a:gd name="connsiteY1" fmla="*/ 208609 h 1797208"/>
                <a:gd name="connsiteX2" fmla="*/ 1199189 w 2525409"/>
                <a:gd name="connsiteY2" fmla="*/ 1543166 h 1797208"/>
                <a:gd name="connsiteX3" fmla="*/ 1858088 w 2525409"/>
                <a:gd name="connsiteY3" fmla="*/ 1796941 h 1797208"/>
                <a:gd name="connsiteX4" fmla="*/ 2525409 w 2525409"/>
                <a:gd name="connsiteY4" fmla="*/ 1546641 h 1797208"/>
                <a:gd name="connsiteX0" fmla="*/ 0 w 1858088"/>
                <a:gd name="connsiteY0" fmla="*/ 7869 h 1796941"/>
                <a:gd name="connsiteX1" fmla="*/ 1014926 w 1858088"/>
                <a:gd name="connsiteY1" fmla="*/ 208609 h 1796941"/>
                <a:gd name="connsiteX2" fmla="*/ 1199189 w 1858088"/>
                <a:gd name="connsiteY2" fmla="*/ 1543166 h 1796941"/>
                <a:gd name="connsiteX3" fmla="*/ 1858088 w 1858088"/>
                <a:gd name="connsiteY3" fmla="*/ 1796941 h 1796941"/>
                <a:gd name="connsiteX0" fmla="*/ 0 w 1858088"/>
                <a:gd name="connsiteY0" fmla="*/ 0 h 1789072"/>
                <a:gd name="connsiteX1" fmla="*/ 935955 w 1858088"/>
                <a:gd name="connsiteY1" fmla="*/ 64305 h 1789072"/>
                <a:gd name="connsiteX2" fmla="*/ 1014926 w 1858088"/>
                <a:gd name="connsiteY2" fmla="*/ 200740 h 1789072"/>
                <a:gd name="connsiteX3" fmla="*/ 1199189 w 1858088"/>
                <a:gd name="connsiteY3" fmla="*/ 1535297 h 1789072"/>
                <a:gd name="connsiteX4" fmla="*/ 1858088 w 1858088"/>
                <a:gd name="connsiteY4" fmla="*/ 1789072 h 1789072"/>
                <a:gd name="connsiteX0" fmla="*/ 0 w 1858088"/>
                <a:gd name="connsiteY0" fmla="*/ 0 h 1789072"/>
                <a:gd name="connsiteX1" fmla="*/ 796496 w 1858088"/>
                <a:gd name="connsiteY1" fmla="*/ 47051 h 1789072"/>
                <a:gd name="connsiteX2" fmla="*/ 935955 w 1858088"/>
                <a:gd name="connsiteY2" fmla="*/ 64305 h 1789072"/>
                <a:gd name="connsiteX3" fmla="*/ 1014926 w 1858088"/>
                <a:gd name="connsiteY3" fmla="*/ 200740 h 1789072"/>
                <a:gd name="connsiteX4" fmla="*/ 1199189 w 1858088"/>
                <a:gd name="connsiteY4" fmla="*/ 1535297 h 1789072"/>
                <a:gd name="connsiteX5" fmla="*/ 1858088 w 1858088"/>
                <a:gd name="connsiteY5" fmla="*/ 1789072 h 1789072"/>
                <a:gd name="connsiteX0" fmla="*/ 0 w 1858088"/>
                <a:gd name="connsiteY0" fmla="*/ 0 h 1789072"/>
                <a:gd name="connsiteX1" fmla="*/ 796496 w 1858088"/>
                <a:gd name="connsiteY1" fmla="*/ 16858 h 1789072"/>
                <a:gd name="connsiteX2" fmla="*/ 935955 w 1858088"/>
                <a:gd name="connsiteY2" fmla="*/ 64305 h 1789072"/>
                <a:gd name="connsiteX3" fmla="*/ 1014926 w 1858088"/>
                <a:gd name="connsiteY3" fmla="*/ 200740 h 1789072"/>
                <a:gd name="connsiteX4" fmla="*/ 1199189 w 1858088"/>
                <a:gd name="connsiteY4" fmla="*/ 1535297 h 1789072"/>
                <a:gd name="connsiteX5" fmla="*/ 1858088 w 1858088"/>
                <a:gd name="connsiteY5" fmla="*/ 1789072 h 1789072"/>
                <a:gd name="connsiteX0" fmla="*/ 0 w 1858088"/>
                <a:gd name="connsiteY0" fmla="*/ 0 h 1789072"/>
                <a:gd name="connsiteX1" fmla="*/ 796496 w 1858088"/>
                <a:gd name="connsiteY1" fmla="*/ 16858 h 1789072"/>
                <a:gd name="connsiteX2" fmla="*/ 972870 w 1858088"/>
                <a:gd name="connsiteY2" fmla="*/ 51365 h 1789072"/>
                <a:gd name="connsiteX3" fmla="*/ 1014926 w 1858088"/>
                <a:gd name="connsiteY3" fmla="*/ 200740 h 1789072"/>
                <a:gd name="connsiteX4" fmla="*/ 1199189 w 1858088"/>
                <a:gd name="connsiteY4" fmla="*/ 1535297 h 1789072"/>
                <a:gd name="connsiteX5" fmla="*/ 1858088 w 1858088"/>
                <a:gd name="connsiteY5" fmla="*/ 1789072 h 1789072"/>
                <a:gd name="connsiteX0" fmla="*/ 0 w 1858088"/>
                <a:gd name="connsiteY0" fmla="*/ 0 h 1789072"/>
                <a:gd name="connsiteX1" fmla="*/ 796496 w 1858088"/>
                <a:gd name="connsiteY1" fmla="*/ 16858 h 1789072"/>
                <a:gd name="connsiteX2" fmla="*/ 972870 w 1858088"/>
                <a:gd name="connsiteY2" fmla="*/ 51365 h 1789072"/>
                <a:gd name="connsiteX3" fmla="*/ 1014926 w 1858088"/>
                <a:gd name="connsiteY3" fmla="*/ 200740 h 1789072"/>
                <a:gd name="connsiteX4" fmla="*/ 1199189 w 1858088"/>
                <a:gd name="connsiteY4" fmla="*/ 1535297 h 1789072"/>
                <a:gd name="connsiteX5" fmla="*/ 1858088 w 1858088"/>
                <a:gd name="connsiteY5" fmla="*/ 1789072 h 1789072"/>
                <a:gd name="connsiteX0" fmla="*/ 0 w 1858088"/>
                <a:gd name="connsiteY0" fmla="*/ 0 h 1789072"/>
                <a:gd name="connsiteX1" fmla="*/ 796496 w 1858088"/>
                <a:gd name="connsiteY1" fmla="*/ 16858 h 1789072"/>
                <a:gd name="connsiteX2" fmla="*/ 1014926 w 1858088"/>
                <a:gd name="connsiteY2" fmla="*/ 200740 h 1789072"/>
                <a:gd name="connsiteX3" fmla="*/ 1199189 w 1858088"/>
                <a:gd name="connsiteY3" fmla="*/ 1535297 h 1789072"/>
                <a:gd name="connsiteX4" fmla="*/ 1858088 w 1858088"/>
                <a:gd name="connsiteY4" fmla="*/ 1789072 h 1789072"/>
                <a:gd name="connsiteX0" fmla="*/ 0 w 1858088"/>
                <a:gd name="connsiteY0" fmla="*/ 0 h 1789072"/>
                <a:gd name="connsiteX1" fmla="*/ 796496 w 1858088"/>
                <a:gd name="connsiteY1" fmla="*/ 16858 h 1789072"/>
                <a:gd name="connsiteX2" fmla="*/ 1014926 w 1858088"/>
                <a:gd name="connsiteY2" fmla="*/ 200740 h 1789072"/>
                <a:gd name="connsiteX3" fmla="*/ 1199189 w 1858088"/>
                <a:gd name="connsiteY3" fmla="*/ 1535297 h 1789072"/>
                <a:gd name="connsiteX4" fmla="*/ 1858088 w 1858088"/>
                <a:gd name="connsiteY4" fmla="*/ 1789072 h 1789072"/>
                <a:gd name="connsiteX0" fmla="*/ 0 w 1858088"/>
                <a:gd name="connsiteY0" fmla="*/ 0 h 1789072"/>
                <a:gd name="connsiteX1" fmla="*/ 1014926 w 1858088"/>
                <a:gd name="connsiteY1" fmla="*/ 200740 h 1789072"/>
                <a:gd name="connsiteX2" fmla="*/ 1199189 w 1858088"/>
                <a:gd name="connsiteY2" fmla="*/ 1535297 h 1789072"/>
                <a:gd name="connsiteX3" fmla="*/ 1858088 w 1858088"/>
                <a:gd name="connsiteY3" fmla="*/ 1789072 h 1789072"/>
                <a:gd name="connsiteX0" fmla="*/ 0 w 1858088"/>
                <a:gd name="connsiteY0" fmla="*/ 0 h 1790959"/>
                <a:gd name="connsiteX1" fmla="*/ 965706 w 1858088"/>
                <a:gd name="connsiteY1" fmla="*/ 10959 h 1790959"/>
                <a:gd name="connsiteX2" fmla="*/ 1199189 w 1858088"/>
                <a:gd name="connsiteY2" fmla="*/ 1535297 h 1790959"/>
                <a:gd name="connsiteX3" fmla="*/ 1858088 w 1858088"/>
                <a:gd name="connsiteY3" fmla="*/ 1789072 h 1790959"/>
                <a:gd name="connsiteX0" fmla="*/ 0 w 1858088"/>
                <a:gd name="connsiteY0" fmla="*/ 0 h 1790959"/>
                <a:gd name="connsiteX1" fmla="*/ 965706 w 1858088"/>
                <a:gd name="connsiteY1" fmla="*/ 10959 h 1790959"/>
                <a:gd name="connsiteX2" fmla="*/ 1199189 w 1858088"/>
                <a:gd name="connsiteY2" fmla="*/ 1535297 h 1790959"/>
                <a:gd name="connsiteX3" fmla="*/ 1858088 w 1858088"/>
                <a:gd name="connsiteY3" fmla="*/ 1789072 h 1790959"/>
                <a:gd name="connsiteX0" fmla="*/ 0 w 1858088"/>
                <a:gd name="connsiteY0" fmla="*/ 0 h 1790959"/>
                <a:gd name="connsiteX1" fmla="*/ 965706 w 1858088"/>
                <a:gd name="connsiteY1" fmla="*/ 10959 h 1790959"/>
                <a:gd name="connsiteX2" fmla="*/ 1199189 w 1858088"/>
                <a:gd name="connsiteY2" fmla="*/ 1535297 h 1790959"/>
                <a:gd name="connsiteX3" fmla="*/ 1858088 w 1858088"/>
                <a:gd name="connsiteY3" fmla="*/ 1789072 h 1790959"/>
                <a:gd name="connsiteX0" fmla="*/ 0 w 1858088"/>
                <a:gd name="connsiteY0" fmla="*/ 0 h 1790959"/>
                <a:gd name="connsiteX1" fmla="*/ 965706 w 1858088"/>
                <a:gd name="connsiteY1" fmla="*/ 10959 h 1790959"/>
                <a:gd name="connsiteX2" fmla="*/ 1199189 w 1858088"/>
                <a:gd name="connsiteY2" fmla="*/ 1535297 h 1790959"/>
                <a:gd name="connsiteX3" fmla="*/ 1858088 w 1858088"/>
                <a:gd name="connsiteY3" fmla="*/ 1789072 h 1790959"/>
                <a:gd name="connsiteX0" fmla="*/ 0 w 1858088"/>
                <a:gd name="connsiteY0" fmla="*/ 0 h 1794903"/>
                <a:gd name="connsiteX1" fmla="*/ 965706 w 1858088"/>
                <a:gd name="connsiteY1" fmla="*/ 10959 h 1794903"/>
                <a:gd name="connsiteX2" fmla="*/ 1199189 w 1858088"/>
                <a:gd name="connsiteY2" fmla="*/ 1535297 h 1794903"/>
                <a:gd name="connsiteX3" fmla="*/ 1858088 w 1858088"/>
                <a:gd name="connsiteY3" fmla="*/ 1789072 h 1794903"/>
                <a:gd name="connsiteX0" fmla="*/ 0 w 1853986"/>
                <a:gd name="connsiteY0" fmla="*/ 0 h 1806841"/>
                <a:gd name="connsiteX1" fmla="*/ 965706 w 1853986"/>
                <a:gd name="connsiteY1" fmla="*/ 10959 h 1806841"/>
                <a:gd name="connsiteX2" fmla="*/ 1199189 w 1853986"/>
                <a:gd name="connsiteY2" fmla="*/ 1535297 h 1806841"/>
                <a:gd name="connsiteX3" fmla="*/ 1853986 w 1853986"/>
                <a:gd name="connsiteY3" fmla="*/ 1806325 h 1806841"/>
                <a:gd name="connsiteX0" fmla="*/ 0 w 1853986"/>
                <a:gd name="connsiteY0" fmla="*/ 0 h 1819312"/>
                <a:gd name="connsiteX1" fmla="*/ 965706 w 1853986"/>
                <a:gd name="connsiteY1" fmla="*/ 10959 h 1819312"/>
                <a:gd name="connsiteX2" fmla="*/ 1199189 w 1853986"/>
                <a:gd name="connsiteY2" fmla="*/ 1535297 h 1819312"/>
                <a:gd name="connsiteX3" fmla="*/ 1853986 w 1853986"/>
                <a:gd name="connsiteY3" fmla="*/ 1819264 h 18193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853986" h="1819312">
                  <a:moveTo>
                    <a:pt x="0" y="0"/>
                  </a:moveTo>
                  <a:lnTo>
                    <a:pt x="965706" y="10959"/>
                  </a:lnTo>
                  <a:cubicBezTo>
                    <a:pt x="1020807" y="301051"/>
                    <a:pt x="1051142" y="1233913"/>
                    <a:pt x="1199189" y="1535297"/>
                  </a:cubicBezTo>
                  <a:cubicBezTo>
                    <a:pt x="1347236" y="1836681"/>
                    <a:pt x="1632949" y="1818685"/>
                    <a:pt x="1853986" y="1819264"/>
                  </a:cubicBezTo>
                </a:path>
              </a:pathLst>
            </a:custGeom>
            <a:noFill/>
            <a:ln w="12382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7" name="Lightning Bolt 4">
            <a:extLst>
              <a:ext uri="{FF2B5EF4-FFF2-40B4-BE49-F238E27FC236}">
                <a16:creationId xmlns:a16="http://schemas.microsoft.com/office/drawing/2014/main" id="{893FD3F4-B173-2441-EBF8-EB86A9564834}"/>
              </a:ext>
            </a:extLst>
          </p:cNvPr>
          <p:cNvSpPr>
            <a:spLocks/>
          </p:cNvSpPr>
          <p:nvPr/>
        </p:nvSpPr>
        <p:spPr>
          <a:xfrm rot="20698526" flipH="1">
            <a:off x="3775980" y="1519894"/>
            <a:ext cx="3027948" cy="2989081"/>
          </a:xfrm>
          <a:custGeom>
            <a:avLst/>
            <a:gdLst>
              <a:gd name="connsiteX0" fmla="*/ 8472 w 21600"/>
              <a:gd name="connsiteY0" fmla="*/ 0 h 21600"/>
              <a:gd name="connsiteX1" fmla="*/ 12860 w 21600"/>
              <a:gd name="connsiteY1" fmla="*/ 6080 h 21600"/>
              <a:gd name="connsiteX2" fmla="*/ 11050 w 21600"/>
              <a:gd name="connsiteY2" fmla="*/ 6797 h 21600"/>
              <a:gd name="connsiteX3" fmla="*/ 16577 w 21600"/>
              <a:gd name="connsiteY3" fmla="*/ 12007 h 21600"/>
              <a:gd name="connsiteX4" fmla="*/ 14767 w 21600"/>
              <a:gd name="connsiteY4" fmla="*/ 12877 h 21600"/>
              <a:gd name="connsiteX5" fmla="*/ 21600 w 21600"/>
              <a:gd name="connsiteY5" fmla="*/ 21600 h 21600"/>
              <a:gd name="connsiteX6" fmla="*/ 10012 w 21600"/>
              <a:gd name="connsiteY6" fmla="*/ 14915 h 21600"/>
              <a:gd name="connsiteX7" fmla="*/ 12222 w 21600"/>
              <a:gd name="connsiteY7" fmla="*/ 13987 h 21600"/>
              <a:gd name="connsiteX8" fmla="*/ 5022 w 21600"/>
              <a:gd name="connsiteY8" fmla="*/ 9705 h 21600"/>
              <a:gd name="connsiteX9" fmla="*/ 7602 w 21600"/>
              <a:gd name="connsiteY9" fmla="*/ 8382 h 21600"/>
              <a:gd name="connsiteX10" fmla="*/ 0 w 21600"/>
              <a:gd name="connsiteY10" fmla="*/ 3890 h 21600"/>
              <a:gd name="connsiteX11" fmla="*/ 8472 w 21600"/>
              <a:gd name="connsiteY11" fmla="*/ 0 h 21600"/>
              <a:gd name="connsiteX0" fmla="*/ 9160 w 21600"/>
              <a:gd name="connsiteY0" fmla="*/ 0 h 20270"/>
              <a:gd name="connsiteX1" fmla="*/ 12860 w 21600"/>
              <a:gd name="connsiteY1" fmla="*/ 4750 h 20270"/>
              <a:gd name="connsiteX2" fmla="*/ 11050 w 21600"/>
              <a:gd name="connsiteY2" fmla="*/ 5467 h 20270"/>
              <a:gd name="connsiteX3" fmla="*/ 16577 w 21600"/>
              <a:gd name="connsiteY3" fmla="*/ 10677 h 20270"/>
              <a:gd name="connsiteX4" fmla="*/ 14767 w 21600"/>
              <a:gd name="connsiteY4" fmla="*/ 11547 h 20270"/>
              <a:gd name="connsiteX5" fmla="*/ 21600 w 21600"/>
              <a:gd name="connsiteY5" fmla="*/ 20270 h 20270"/>
              <a:gd name="connsiteX6" fmla="*/ 10012 w 21600"/>
              <a:gd name="connsiteY6" fmla="*/ 13585 h 20270"/>
              <a:gd name="connsiteX7" fmla="*/ 12222 w 21600"/>
              <a:gd name="connsiteY7" fmla="*/ 12657 h 20270"/>
              <a:gd name="connsiteX8" fmla="*/ 5022 w 21600"/>
              <a:gd name="connsiteY8" fmla="*/ 8375 h 20270"/>
              <a:gd name="connsiteX9" fmla="*/ 7602 w 21600"/>
              <a:gd name="connsiteY9" fmla="*/ 7052 h 20270"/>
              <a:gd name="connsiteX10" fmla="*/ 0 w 21600"/>
              <a:gd name="connsiteY10" fmla="*/ 2560 h 20270"/>
              <a:gd name="connsiteX11" fmla="*/ 9160 w 21600"/>
              <a:gd name="connsiteY11" fmla="*/ 0 h 20270"/>
              <a:gd name="connsiteX0" fmla="*/ 8537 w 20977"/>
              <a:gd name="connsiteY0" fmla="*/ 0 h 20270"/>
              <a:gd name="connsiteX1" fmla="*/ 12237 w 20977"/>
              <a:gd name="connsiteY1" fmla="*/ 4750 h 20270"/>
              <a:gd name="connsiteX2" fmla="*/ 10427 w 20977"/>
              <a:gd name="connsiteY2" fmla="*/ 5467 h 20270"/>
              <a:gd name="connsiteX3" fmla="*/ 15954 w 20977"/>
              <a:gd name="connsiteY3" fmla="*/ 10677 h 20270"/>
              <a:gd name="connsiteX4" fmla="*/ 14144 w 20977"/>
              <a:gd name="connsiteY4" fmla="*/ 11547 h 20270"/>
              <a:gd name="connsiteX5" fmla="*/ 20977 w 20977"/>
              <a:gd name="connsiteY5" fmla="*/ 20270 h 20270"/>
              <a:gd name="connsiteX6" fmla="*/ 9389 w 20977"/>
              <a:gd name="connsiteY6" fmla="*/ 13585 h 20270"/>
              <a:gd name="connsiteX7" fmla="*/ 11599 w 20977"/>
              <a:gd name="connsiteY7" fmla="*/ 12657 h 20270"/>
              <a:gd name="connsiteX8" fmla="*/ 4399 w 20977"/>
              <a:gd name="connsiteY8" fmla="*/ 8375 h 20270"/>
              <a:gd name="connsiteX9" fmla="*/ 6979 w 20977"/>
              <a:gd name="connsiteY9" fmla="*/ 7052 h 20270"/>
              <a:gd name="connsiteX10" fmla="*/ 0 w 20977"/>
              <a:gd name="connsiteY10" fmla="*/ 2391 h 20270"/>
              <a:gd name="connsiteX11" fmla="*/ 8537 w 20977"/>
              <a:gd name="connsiteY11" fmla="*/ 0 h 20270"/>
              <a:gd name="connsiteX0" fmla="*/ 8537 w 20977"/>
              <a:gd name="connsiteY0" fmla="*/ 0 h 20270"/>
              <a:gd name="connsiteX1" fmla="*/ 12237 w 20977"/>
              <a:gd name="connsiteY1" fmla="*/ 4750 h 20270"/>
              <a:gd name="connsiteX2" fmla="*/ 15954 w 20977"/>
              <a:gd name="connsiteY2" fmla="*/ 10677 h 20270"/>
              <a:gd name="connsiteX3" fmla="*/ 14144 w 20977"/>
              <a:gd name="connsiteY3" fmla="*/ 11547 h 20270"/>
              <a:gd name="connsiteX4" fmla="*/ 20977 w 20977"/>
              <a:gd name="connsiteY4" fmla="*/ 20270 h 20270"/>
              <a:gd name="connsiteX5" fmla="*/ 9389 w 20977"/>
              <a:gd name="connsiteY5" fmla="*/ 13585 h 20270"/>
              <a:gd name="connsiteX6" fmla="*/ 11599 w 20977"/>
              <a:gd name="connsiteY6" fmla="*/ 12657 h 20270"/>
              <a:gd name="connsiteX7" fmla="*/ 4399 w 20977"/>
              <a:gd name="connsiteY7" fmla="*/ 8375 h 20270"/>
              <a:gd name="connsiteX8" fmla="*/ 6979 w 20977"/>
              <a:gd name="connsiteY8" fmla="*/ 7052 h 20270"/>
              <a:gd name="connsiteX9" fmla="*/ 0 w 20977"/>
              <a:gd name="connsiteY9" fmla="*/ 2391 h 20270"/>
              <a:gd name="connsiteX10" fmla="*/ 8537 w 20977"/>
              <a:gd name="connsiteY10" fmla="*/ 0 h 20270"/>
              <a:gd name="connsiteX0" fmla="*/ 8537 w 20977"/>
              <a:gd name="connsiteY0" fmla="*/ 0 h 20270"/>
              <a:gd name="connsiteX1" fmla="*/ 12237 w 20977"/>
              <a:gd name="connsiteY1" fmla="*/ 4750 h 20270"/>
              <a:gd name="connsiteX2" fmla="*/ 15954 w 20977"/>
              <a:gd name="connsiteY2" fmla="*/ 10677 h 20270"/>
              <a:gd name="connsiteX3" fmla="*/ 14144 w 20977"/>
              <a:gd name="connsiteY3" fmla="*/ 11547 h 20270"/>
              <a:gd name="connsiteX4" fmla="*/ 20977 w 20977"/>
              <a:gd name="connsiteY4" fmla="*/ 20270 h 20270"/>
              <a:gd name="connsiteX5" fmla="*/ 9389 w 20977"/>
              <a:gd name="connsiteY5" fmla="*/ 13585 h 20270"/>
              <a:gd name="connsiteX6" fmla="*/ 11599 w 20977"/>
              <a:gd name="connsiteY6" fmla="*/ 12657 h 20270"/>
              <a:gd name="connsiteX7" fmla="*/ 6979 w 20977"/>
              <a:gd name="connsiteY7" fmla="*/ 7052 h 20270"/>
              <a:gd name="connsiteX8" fmla="*/ 0 w 20977"/>
              <a:gd name="connsiteY8" fmla="*/ 2391 h 20270"/>
              <a:gd name="connsiteX9" fmla="*/ 8537 w 20977"/>
              <a:gd name="connsiteY9" fmla="*/ 0 h 20270"/>
              <a:gd name="connsiteX0" fmla="*/ 8537 w 20977"/>
              <a:gd name="connsiteY0" fmla="*/ 0 h 20270"/>
              <a:gd name="connsiteX1" fmla="*/ 12237 w 20977"/>
              <a:gd name="connsiteY1" fmla="*/ 4750 h 20270"/>
              <a:gd name="connsiteX2" fmla="*/ 15954 w 20977"/>
              <a:gd name="connsiteY2" fmla="*/ 10677 h 20270"/>
              <a:gd name="connsiteX3" fmla="*/ 14144 w 20977"/>
              <a:gd name="connsiteY3" fmla="*/ 11547 h 20270"/>
              <a:gd name="connsiteX4" fmla="*/ 20977 w 20977"/>
              <a:gd name="connsiteY4" fmla="*/ 20270 h 20270"/>
              <a:gd name="connsiteX5" fmla="*/ 9389 w 20977"/>
              <a:gd name="connsiteY5" fmla="*/ 13585 h 20270"/>
              <a:gd name="connsiteX6" fmla="*/ 11599 w 20977"/>
              <a:gd name="connsiteY6" fmla="*/ 12657 h 20270"/>
              <a:gd name="connsiteX7" fmla="*/ 0 w 20977"/>
              <a:gd name="connsiteY7" fmla="*/ 2391 h 20270"/>
              <a:gd name="connsiteX8" fmla="*/ 8537 w 20977"/>
              <a:gd name="connsiteY8" fmla="*/ 0 h 20270"/>
              <a:gd name="connsiteX0" fmla="*/ 8537 w 20977"/>
              <a:gd name="connsiteY0" fmla="*/ 0 h 20270"/>
              <a:gd name="connsiteX1" fmla="*/ 15954 w 20977"/>
              <a:gd name="connsiteY1" fmla="*/ 10677 h 20270"/>
              <a:gd name="connsiteX2" fmla="*/ 14144 w 20977"/>
              <a:gd name="connsiteY2" fmla="*/ 11547 h 20270"/>
              <a:gd name="connsiteX3" fmla="*/ 20977 w 20977"/>
              <a:gd name="connsiteY3" fmla="*/ 20270 h 20270"/>
              <a:gd name="connsiteX4" fmla="*/ 9389 w 20977"/>
              <a:gd name="connsiteY4" fmla="*/ 13585 h 20270"/>
              <a:gd name="connsiteX5" fmla="*/ 11599 w 20977"/>
              <a:gd name="connsiteY5" fmla="*/ 12657 h 20270"/>
              <a:gd name="connsiteX6" fmla="*/ 0 w 20977"/>
              <a:gd name="connsiteY6" fmla="*/ 2391 h 20270"/>
              <a:gd name="connsiteX7" fmla="*/ 8537 w 20977"/>
              <a:gd name="connsiteY7" fmla="*/ 0 h 20270"/>
              <a:gd name="connsiteX0" fmla="*/ 8537 w 20977"/>
              <a:gd name="connsiteY0" fmla="*/ 0 h 20270"/>
              <a:gd name="connsiteX1" fmla="*/ 15954 w 20977"/>
              <a:gd name="connsiteY1" fmla="*/ 10677 h 20270"/>
              <a:gd name="connsiteX2" fmla="*/ 14144 w 20977"/>
              <a:gd name="connsiteY2" fmla="*/ 11547 h 20270"/>
              <a:gd name="connsiteX3" fmla="*/ 20977 w 20977"/>
              <a:gd name="connsiteY3" fmla="*/ 20270 h 20270"/>
              <a:gd name="connsiteX4" fmla="*/ 1463 w 20977"/>
              <a:gd name="connsiteY4" fmla="*/ 10815 h 20270"/>
              <a:gd name="connsiteX5" fmla="*/ 11599 w 20977"/>
              <a:gd name="connsiteY5" fmla="*/ 12657 h 20270"/>
              <a:gd name="connsiteX6" fmla="*/ 0 w 20977"/>
              <a:gd name="connsiteY6" fmla="*/ 2391 h 20270"/>
              <a:gd name="connsiteX7" fmla="*/ 8537 w 20977"/>
              <a:gd name="connsiteY7" fmla="*/ 0 h 20270"/>
              <a:gd name="connsiteX0" fmla="*/ 8537 w 20977"/>
              <a:gd name="connsiteY0" fmla="*/ 0 h 20270"/>
              <a:gd name="connsiteX1" fmla="*/ 19366 w 20977"/>
              <a:gd name="connsiteY1" fmla="*/ 11918 h 20270"/>
              <a:gd name="connsiteX2" fmla="*/ 14144 w 20977"/>
              <a:gd name="connsiteY2" fmla="*/ 11547 h 20270"/>
              <a:gd name="connsiteX3" fmla="*/ 20977 w 20977"/>
              <a:gd name="connsiteY3" fmla="*/ 20270 h 20270"/>
              <a:gd name="connsiteX4" fmla="*/ 1463 w 20977"/>
              <a:gd name="connsiteY4" fmla="*/ 10815 h 20270"/>
              <a:gd name="connsiteX5" fmla="*/ 11599 w 20977"/>
              <a:gd name="connsiteY5" fmla="*/ 12657 h 20270"/>
              <a:gd name="connsiteX6" fmla="*/ 0 w 20977"/>
              <a:gd name="connsiteY6" fmla="*/ 2391 h 20270"/>
              <a:gd name="connsiteX7" fmla="*/ 8537 w 20977"/>
              <a:gd name="connsiteY7" fmla="*/ 0 h 20270"/>
              <a:gd name="connsiteX0" fmla="*/ 8537 w 20977"/>
              <a:gd name="connsiteY0" fmla="*/ 0 h 20270"/>
              <a:gd name="connsiteX1" fmla="*/ 19097 w 20977"/>
              <a:gd name="connsiteY1" fmla="*/ 12476 h 20270"/>
              <a:gd name="connsiteX2" fmla="*/ 14144 w 20977"/>
              <a:gd name="connsiteY2" fmla="*/ 11547 h 20270"/>
              <a:gd name="connsiteX3" fmla="*/ 20977 w 20977"/>
              <a:gd name="connsiteY3" fmla="*/ 20270 h 20270"/>
              <a:gd name="connsiteX4" fmla="*/ 1463 w 20977"/>
              <a:gd name="connsiteY4" fmla="*/ 10815 h 20270"/>
              <a:gd name="connsiteX5" fmla="*/ 11599 w 20977"/>
              <a:gd name="connsiteY5" fmla="*/ 12657 h 20270"/>
              <a:gd name="connsiteX6" fmla="*/ 0 w 20977"/>
              <a:gd name="connsiteY6" fmla="*/ 2391 h 20270"/>
              <a:gd name="connsiteX7" fmla="*/ 8537 w 20977"/>
              <a:gd name="connsiteY7" fmla="*/ 0 h 20270"/>
              <a:gd name="connsiteX0" fmla="*/ 8537 w 20977"/>
              <a:gd name="connsiteY0" fmla="*/ 0 h 20270"/>
              <a:gd name="connsiteX1" fmla="*/ 19097 w 20977"/>
              <a:gd name="connsiteY1" fmla="*/ 12476 h 20270"/>
              <a:gd name="connsiteX2" fmla="*/ 14144 w 20977"/>
              <a:gd name="connsiteY2" fmla="*/ 11547 h 20270"/>
              <a:gd name="connsiteX3" fmla="*/ 20977 w 20977"/>
              <a:gd name="connsiteY3" fmla="*/ 20270 h 20270"/>
              <a:gd name="connsiteX4" fmla="*/ 4418 w 20977"/>
              <a:gd name="connsiteY4" fmla="*/ 11033 h 20270"/>
              <a:gd name="connsiteX5" fmla="*/ 11599 w 20977"/>
              <a:gd name="connsiteY5" fmla="*/ 12657 h 20270"/>
              <a:gd name="connsiteX6" fmla="*/ 0 w 20977"/>
              <a:gd name="connsiteY6" fmla="*/ 2391 h 20270"/>
              <a:gd name="connsiteX7" fmla="*/ 8537 w 20977"/>
              <a:gd name="connsiteY7" fmla="*/ 0 h 20270"/>
              <a:gd name="connsiteX0" fmla="*/ 8537 w 20977"/>
              <a:gd name="connsiteY0" fmla="*/ 0 h 20270"/>
              <a:gd name="connsiteX1" fmla="*/ 19097 w 20977"/>
              <a:gd name="connsiteY1" fmla="*/ 12476 h 20270"/>
              <a:gd name="connsiteX2" fmla="*/ 14144 w 20977"/>
              <a:gd name="connsiteY2" fmla="*/ 11547 h 20270"/>
              <a:gd name="connsiteX3" fmla="*/ 20977 w 20977"/>
              <a:gd name="connsiteY3" fmla="*/ 20270 h 20270"/>
              <a:gd name="connsiteX4" fmla="*/ 5380 w 20977"/>
              <a:gd name="connsiteY4" fmla="*/ 10216 h 20270"/>
              <a:gd name="connsiteX5" fmla="*/ 11599 w 20977"/>
              <a:gd name="connsiteY5" fmla="*/ 12657 h 20270"/>
              <a:gd name="connsiteX6" fmla="*/ 0 w 20977"/>
              <a:gd name="connsiteY6" fmla="*/ 2391 h 20270"/>
              <a:gd name="connsiteX7" fmla="*/ 8537 w 20977"/>
              <a:gd name="connsiteY7" fmla="*/ 0 h 20270"/>
              <a:gd name="connsiteX0" fmla="*/ 8537 w 20977"/>
              <a:gd name="connsiteY0" fmla="*/ 0 h 20270"/>
              <a:gd name="connsiteX1" fmla="*/ 19097 w 20977"/>
              <a:gd name="connsiteY1" fmla="*/ 12476 h 20270"/>
              <a:gd name="connsiteX2" fmla="*/ 14144 w 20977"/>
              <a:gd name="connsiteY2" fmla="*/ 11547 h 20270"/>
              <a:gd name="connsiteX3" fmla="*/ 20977 w 20977"/>
              <a:gd name="connsiteY3" fmla="*/ 20270 h 20270"/>
              <a:gd name="connsiteX4" fmla="*/ 5233 w 20977"/>
              <a:gd name="connsiteY4" fmla="*/ 10905 h 20270"/>
              <a:gd name="connsiteX5" fmla="*/ 11599 w 20977"/>
              <a:gd name="connsiteY5" fmla="*/ 12657 h 20270"/>
              <a:gd name="connsiteX6" fmla="*/ 0 w 20977"/>
              <a:gd name="connsiteY6" fmla="*/ 2391 h 20270"/>
              <a:gd name="connsiteX7" fmla="*/ 8537 w 20977"/>
              <a:gd name="connsiteY7" fmla="*/ 0 h 20270"/>
              <a:gd name="connsiteX0" fmla="*/ 8537 w 20977"/>
              <a:gd name="connsiteY0" fmla="*/ 0 h 20270"/>
              <a:gd name="connsiteX1" fmla="*/ 19097 w 20977"/>
              <a:gd name="connsiteY1" fmla="*/ 12476 h 20270"/>
              <a:gd name="connsiteX2" fmla="*/ 14144 w 20977"/>
              <a:gd name="connsiteY2" fmla="*/ 11547 h 20270"/>
              <a:gd name="connsiteX3" fmla="*/ 20977 w 20977"/>
              <a:gd name="connsiteY3" fmla="*/ 20270 h 20270"/>
              <a:gd name="connsiteX4" fmla="*/ 5260 w 20977"/>
              <a:gd name="connsiteY4" fmla="*/ 11305 h 20270"/>
              <a:gd name="connsiteX5" fmla="*/ 11599 w 20977"/>
              <a:gd name="connsiteY5" fmla="*/ 12657 h 20270"/>
              <a:gd name="connsiteX6" fmla="*/ 0 w 20977"/>
              <a:gd name="connsiteY6" fmla="*/ 2391 h 20270"/>
              <a:gd name="connsiteX7" fmla="*/ 8537 w 20977"/>
              <a:gd name="connsiteY7" fmla="*/ 0 h 20270"/>
              <a:gd name="connsiteX0" fmla="*/ 6039 w 20977"/>
              <a:gd name="connsiteY0" fmla="*/ 0 h 19465"/>
              <a:gd name="connsiteX1" fmla="*/ 19097 w 20977"/>
              <a:gd name="connsiteY1" fmla="*/ 11671 h 19465"/>
              <a:gd name="connsiteX2" fmla="*/ 14144 w 20977"/>
              <a:gd name="connsiteY2" fmla="*/ 10742 h 19465"/>
              <a:gd name="connsiteX3" fmla="*/ 20977 w 20977"/>
              <a:gd name="connsiteY3" fmla="*/ 19465 h 19465"/>
              <a:gd name="connsiteX4" fmla="*/ 5260 w 20977"/>
              <a:gd name="connsiteY4" fmla="*/ 10500 h 19465"/>
              <a:gd name="connsiteX5" fmla="*/ 11599 w 20977"/>
              <a:gd name="connsiteY5" fmla="*/ 11852 h 19465"/>
              <a:gd name="connsiteX6" fmla="*/ 0 w 20977"/>
              <a:gd name="connsiteY6" fmla="*/ 1586 h 19465"/>
              <a:gd name="connsiteX7" fmla="*/ 6039 w 20977"/>
              <a:gd name="connsiteY7" fmla="*/ 0 h 19465"/>
              <a:gd name="connsiteX0" fmla="*/ 6039 w 20977"/>
              <a:gd name="connsiteY0" fmla="*/ 0 h 19465"/>
              <a:gd name="connsiteX1" fmla="*/ 19097 w 20977"/>
              <a:gd name="connsiteY1" fmla="*/ 11671 h 19465"/>
              <a:gd name="connsiteX2" fmla="*/ 14144 w 20977"/>
              <a:gd name="connsiteY2" fmla="*/ 10742 h 19465"/>
              <a:gd name="connsiteX3" fmla="*/ 20977 w 20977"/>
              <a:gd name="connsiteY3" fmla="*/ 19465 h 19465"/>
              <a:gd name="connsiteX4" fmla="*/ 3959 w 20977"/>
              <a:gd name="connsiteY4" fmla="*/ 7983 h 19465"/>
              <a:gd name="connsiteX5" fmla="*/ 11599 w 20977"/>
              <a:gd name="connsiteY5" fmla="*/ 11852 h 19465"/>
              <a:gd name="connsiteX6" fmla="*/ 0 w 20977"/>
              <a:gd name="connsiteY6" fmla="*/ 1586 h 19465"/>
              <a:gd name="connsiteX7" fmla="*/ 6039 w 20977"/>
              <a:gd name="connsiteY7" fmla="*/ 0 h 19465"/>
              <a:gd name="connsiteX0" fmla="*/ 6039 w 20977"/>
              <a:gd name="connsiteY0" fmla="*/ 0 h 19465"/>
              <a:gd name="connsiteX1" fmla="*/ 19097 w 20977"/>
              <a:gd name="connsiteY1" fmla="*/ 11671 h 19465"/>
              <a:gd name="connsiteX2" fmla="*/ 14144 w 20977"/>
              <a:gd name="connsiteY2" fmla="*/ 10742 h 19465"/>
              <a:gd name="connsiteX3" fmla="*/ 20977 w 20977"/>
              <a:gd name="connsiteY3" fmla="*/ 19465 h 19465"/>
              <a:gd name="connsiteX4" fmla="*/ 3959 w 20977"/>
              <a:gd name="connsiteY4" fmla="*/ 7983 h 19465"/>
              <a:gd name="connsiteX5" fmla="*/ 8317 w 20977"/>
              <a:gd name="connsiteY5" fmla="*/ 8948 h 19465"/>
              <a:gd name="connsiteX6" fmla="*/ 0 w 20977"/>
              <a:gd name="connsiteY6" fmla="*/ 1586 h 19465"/>
              <a:gd name="connsiteX7" fmla="*/ 6039 w 20977"/>
              <a:gd name="connsiteY7" fmla="*/ 0 h 19465"/>
              <a:gd name="connsiteX0" fmla="*/ 6039 w 20977"/>
              <a:gd name="connsiteY0" fmla="*/ 0 h 19465"/>
              <a:gd name="connsiteX1" fmla="*/ 19097 w 20977"/>
              <a:gd name="connsiteY1" fmla="*/ 11671 h 19465"/>
              <a:gd name="connsiteX2" fmla="*/ 11084 w 20977"/>
              <a:gd name="connsiteY2" fmla="*/ 8025 h 19465"/>
              <a:gd name="connsiteX3" fmla="*/ 20977 w 20977"/>
              <a:gd name="connsiteY3" fmla="*/ 19465 h 19465"/>
              <a:gd name="connsiteX4" fmla="*/ 3959 w 20977"/>
              <a:gd name="connsiteY4" fmla="*/ 7983 h 19465"/>
              <a:gd name="connsiteX5" fmla="*/ 8317 w 20977"/>
              <a:gd name="connsiteY5" fmla="*/ 8948 h 19465"/>
              <a:gd name="connsiteX6" fmla="*/ 0 w 20977"/>
              <a:gd name="connsiteY6" fmla="*/ 1586 h 19465"/>
              <a:gd name="connsiteX7" fmla="*/ 6039 w 20977"/>
              <a:gd name="connsiteY7" fmla="*/ 0 h 19465"/>
              <a:gd name="connsiteX0" fmla="*/ 6039 w 20977"/>
              <a:gd name="connsiteY0" fmla="*/ 0 h 19465"/>
              <a:gd name="connsiteX1" fmla="*/ 17255 w 20977"/>
              <a:gd name="connsiteY1" fmla="*/ 9049 h 19465"/>
              <a:gd name="connsiteX2" fmla="*/ 11084 w 20977"/>
              <a:gd name="connsiteY2" fmla="*/ 8025 h 19465"/>
              <a:gd name="connsiteX3" fmla="*/ 20977 w 20977"/>
              <a:gd name="connsiteY3" fmla="*/ 19465 h 19465"/>
              <a:gd name="connsiteX4" fmla="*/ 3959 w 20977"/>
              <a:gd name="connsiteY4" fmla="*/ 7983 h 19465"/>
              <a:gd name="connsiteX5" fmla="*/ 8317 w 20977"/>
              <a:gd name="connsiteY5" fmla="*/ 8948 h 19465"/>
              <a:gd name="connsiteX6" fmla="*/ 0 w 20977"/>
              <a:gd name="connsiteY6" fmla="*/ 1586 h 19465"/>
              <a:gd name="connsiteX7" fmla="*/ 6039 w 20977"/>
              <a:gd name="connsiteY7" fmla="*/ 0 h 19465"/>
              <a:gd name="connsiteX0" fmla="*/ 6039 w 18793"/>
              <a:gd name="connsiteY0" fmla="*/ 0 h 17745"/>
              <a:gd name="connsiteX1" fmla="*/ 17255 w 18793"/>
              <a:gd name="connsiteY1" fmla="*/ 9049 h 17745"/>
              <a:gd name="connsiteX2" fmla="*/ 11084 w 18793"/>
              <a:gd name="connsiteY2" fmla="*/ 8025 h 17745"/>
              <a:gd name="connsiteX3" fmla="*/ 18793 w 18793"/>
              <a:gd name="connsiteY3" fmla="*/ 17745 h 17745"/>
              <a:gd name="connsiteX4" fmla="*/ 3959 w 18793"/>
              <a:gd name="connsiteY4" fmla="*/ 7983 h 17745"/>
              <a:gd name="connsiteX5" fmla="*/ 8317 w 18793"/>
              <a:gd name="connsiteY5" fmla="*/ 8948 h 17745"/>
              <a:gd name="connsiteX6" fmla="*/ 0 w 18793"/>
              <a:gd name="connsiteY6" fmla="*/ 1586 h 17745"/>
              <a:gd name="connsiteX7" fmla="*/ 6039 w 18793"/>
              <a:gd name="connsiteY7" fmla="*/ 0 h 17745"/>
              <a:gd name="connsiteX0" fmla="*/ 6039 w 18793"/>
              <a:gd name="connsiteY0" fmla="*/ 0 h 17745"/>
              <a:gd name="connsiteX1" fmla="*/ 17255 w 18793"/>
              <a:gd name="connsiteY1" fmla="*/ 9049 h 17745"/>
              <a:gd name="connsiteX2" fmla="*/ 11084 w 18793"/>
              <a:gd name="connsiteY2" fmla="*/ 8025 h 17745"/>
              <a:gd name="connsiteX3" fmla="*/ 18793 w 18793"/>
              <a:gd name="connsiteY3" fmla="*/ 17745 h 17745"/>
              <a:gd name="connsiteX4" fmla="*/ 4244 w 18793"/>
              <a:gd name="connsiteY4" fmla="*/ 7177 h 17745"/>
              <a:gd name="connsiteX5" fmla="*/ 8317 w 18793"/>
              <a:gd name="connsiteY5" fmla="*/ 8948 h 17745"/>
              <a:gd name="connsiteX6" fmla="*/ 0 w 18793"/>
              <a:gd name="connsiteY6" fmla="*/ 1586 h 17745"/>
              <a:gd name="connsiteX7" fmla="*/ 6039 w 18793"/>
              <a:gd name="connsiteY7" fmla="*/ 0 h 17745"/>
              <a:gd name="connsiteX0" fmla="*/ 6039 w 18793"/>
              <a:gd name="connsiteY0" fmla="*/ 0 h 17745"/>
              <a:gd name="connsiteX1" fmla="*/ 16457 w 18793"/>
              <a:gd name="connsiteY1" fmla="*/ 10150 h 17745"/>
              <a:gd name="connsiteX2" fmla="*/ 11084 w 18793"/>
              <a:gd name="connsiteY2" fmla="*/ 8025 h 17745"/>
              <a:gd name="connsiteX3" fmla="*/ 18793 w 18793"/>
              <a:gd name="connsiteY3" fmla="*/ 17745 h 17745"/>
              <a:gd name="connsiteX4" fmla="*/ 4244 w 18793"/>
              <a:gd name="connsiteY4" fmla="*/ 7177 h 17745"/>
              <a:gd name="connsiteX5" fmla="*/ 8317 w 18793"/>
              <a:gd name="connsiteY5" fmla="*/ 8948 h 17745"/>
              <a:gd name="connsiteX6" fmla="*/ 0 w 18793"/>
              <a:gd name="connsiteY6" fmla="*/ 1586 h 17745"/>
              <a:gd name="connsiteX7" fmla="*/ 6039 w 18793"/>
              <a:gd name="connsiteY7" fmla="*/ 0 h 177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8793" h="17745">
                <a:moveTo>
                  <a:pt x="6039" y="0"/>
                </a:moveTo>
                <a:lnTo>
                  <a:pt x="16457" y="10150"/>
                </a:lnTo>
                <a:lnTo>
                  <a:pt x="11084" y="8025"/>
                </a:lnTo>
                <a:lnTo>
                  <a:pt x="18793" y="17745"/>
                </a:lnTo>
                <a:lnTo>
                  <a:pt x="4244" y="7177"/>
                </a:lnTo>
                <a:lnTo>
                  <a:pt x="8317" y="8948"/>
                </a:lnTo>
                <a:lnTo>
                  <a:pt x="0" y="1586"/>
                </a:lnTo>
                <a:lnTo>
                  <a:pt x="6039" y="0"/>
                </a:lnTo>
                <a:close/>
              </a:path>
            </a:pathLst>
          </a:custGeom>
          <a:solidFill>
            <a:schemeClr val="bg2">
              <a:lumMod val="25000"/>
              <a:alpha val="84515"/>
            </a:schemeClr>
          </a:solidFill>
          <a:ln w="149225">
            <a:gradFill flip="none" rotWithShape="1">
              <a:gsLst>
                <a:gs pos="0">
                  <a:schemeClr val="bg2"/>
                </a:gs>
                <a:gs pos="42000">
                  <a:schemeClr val="bg2">
                    <a:lumMod val="50000"/>
                  </a:schemeClr>
                </a:gs>
                <a:gs pos="83000">
                  <a:schemeClr val="bg2">
                    <a:lumMod val="50000"/>
                  </a:schemeClr>
                </a:gs>
                <a:gs pos="99000">
                  <a:schemeClr val="bg2">
                    <a:lumMod val="50000"/>
                  </a:schemeClr>
                </a:gs>
              </a:gsLst>
              <a:lin ang="19800000" scaled="0"/>
              <a:tileRect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Hexagon 7">
            <a:extLst>
              <a:ext uri="{FF2B5EF4-FFF2-40B4-BE49-F238E27FC236}">
                <a16:creationId xmlns:a16="http://schemas.microsoft.com/office/drawing/2014/main" id="{05EB3D9F-E976-8B40-B4B9-FFB1526420D2}"/>
              </a:ext>
            </a:extLst>
          </p:cNvPr>
          <p:cNvSpPr>
            <a:spLocks/>
          </p:cNvSpPr>
          <p:nvPr/>
        </p:nvSpPr>
        <p:spPr>
          <a:xfrm>
            <a:off x="2705421" y="1342226"/>
            <a:ext cx="4797287" cy="4174435"/>
          </a:xfrm>
          <a:prstGeom prst="hexagon">
            <a:avLst/>
          </a:prstGeom>
          <a:noFill/>
          <a:ln w="2032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5EC87FA-44B8-8EBD-F737-C04599CD7AAE}"/>
              </a:ext>
            </a:extLst>
          </p:cNvPr>
          <p:cNvSpPr txBox="1"/>
          <p:nvPr/>
        </p:nvSpPr>
        <p:spPr>
          <a:xfrm rot="17765438">
            <a:off x="5140418" y="3865936"/>
            <a:ext cx="318791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0" b="1" dirty="0"/>
              <a:t>BOWIE+</a:t>
            </a:r>
          </a:p>
        </p:txBody>
      </p:sp>
    </p:spTree>
    <p:extLst>
      <p:ext uri="{BB962C8B-B14F-4D97-AF65-F5344CB8AC3E}">
        <p14:creationId xmlns:p14="http://schemas.microsoft.com/office/powerpoint/2010/main" val="339280384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621222-6B00-4ECA-BF07-ED2E149C24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>
            <a:extLst>
              <a:ext uri="{FF2B5EF4-FFF2-40B4-BE49-F238E27FC236}">
                <a16:creationId xmlns:a16="http://schemas.microsoft.com/office/drawing/2014/main" id="{5C9DC581-48FD-3FDD-0F26-ACFC83F713BB}"/>
              </a:ext>
            </a:extLst>
          </p:cNvPr>
          <p:cNvGrpSpPr/>
          <p:nvPr/>
        </p:nvGrpSpPr>
        <p:grpSpPr>
          <a:xfrm>
            <a:off x="2888974" y="1298713"/>
            <a:ext cx="4797287" cy="4503037"/>
            <a:chOff x="2888974" y="1298713"/>
            <a:chExt cx="4797287" cy="4503037"/>
          </a:xfrm>
        </p:grpSpPr>
        <p:sp>
          <p:nvSpPr>
            <p:cNvPr id="4" name="Hexagon 3">
              <a:extLst>
                <a:ext uri="{FF2B5EF4-FFF2-40B4-BE49-F238E27FC236}">
                  <a16:creationId xmlns:a16="http://schemas.microsoft.com/office/drawing/2014/main" id="{8197F5E9-2941-1AD9-0BD3-56FDB09A90F1}"/>
                </a:ext>
              </a:extLst>
            </p:cNvPr>
            <p:cNvSpPr>
              <a:spLocks/>
            </p:cNvSpPr>
            <p:nvPr/>
          </p:nvSpPr>
          <p:spPr>
            <a:xfrm>
              <a:off x="2888974" y="1298713"/>
              <a:ext cx="4797287" cy="4174435"/>
            </a:xfrm>
            <a:prstGeom prst="hexagon">
              <a:avLst/>
            </a:prstGeom>
            <a:solidFill>
              <a:srgbClr val="FFC000"/>
            </a:solidFill>
            <a:ln w="2032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FBF6F962-3860-BC17-D9F2-1FBAD929FE59}"/>
                </a:ext>
              </a:extLst>
            </p:cNvPr>
            <p:cNvGrpSpPr/>
            <p:nvPr/>
          </p:nvGrpSpPr>
          <p:grpSpPr>
            <a:xfrm>
              <a:off x="3350569" y="2532248"/>
              <a:ext cx="3891743" cy="1819312"/>
              <a:chOff x="3350569" y="2532248"/>
              <a:chExt cx="3891743" cy="1819312"/>
            </a:xfrm>
          </p:grpSpPr>
          <p:sp>
            <p:nvSpPr>
              <p:cNvPr id="12" name="Freeform 11">
                <a:extLst>
                  <a:ext uri="{FF2B5EF4-FFF2-40B4-BE49-F238E27FC236}">
                    <a16:creationId xmlns:a16="http://schemas.microsoft.com/office/drawing/2014/main" id="{CD1051A6-5F7C-9427-3C4F-818B1A87E6BB}"/>
                  </a:ext>
                </a:extLst>
              </p:cNvPr>
              <p:cNvSpPr/>
              <p:nvPr/>
            </p:nvSpPr>
            <p:spPr>
              <a:xfrm>
                <a:off x="3350569" y="2532248"/>
                <a:ext cx="1949562" cy="1819312"/>
              </a:xfrm>
              <a:custGeom>
                <a:avLst/>
                <a:gdLst>
                  <a:gd name="connsiteX0" fmla="*/ 0 w 5009321"/>
                  <a:gd name="connsiteY0" fmla="*/ 312756 h 1821094"/>
                  <a:gd name="connsiteX1" fmla="*/ 1364974 w 5009321"/>
                  <a:gd name="connsiteY1" fmla="*/ 273000 h 1821094"/>
                  <a:gd name="connsiteX2" fmla="*/ 1630017 w 5009321"/>
                  <a:gd name="connsiteY2" fmla="*/ 1571713 h 1821094"/>
                  <a:gd name="connsiteX3" fmla="*/ 2372139 w 5009321"/>
                  <a:gd name="connsiteY3" fmla="*/ 1717487 h 1821094"/>
                  <a:gd name="connsiteX4" fmla="*/ 2849217 w 5009321"/>
                  <a:gd name="connsiteY4" fmla="*/ 1690982 h 1821094"/>
                  <a:gd name="connsiteX5" fmla="*/ 3114261 w 5009321"/>
                  <a:gd name="connsiteY5" fmla="*/ 127226 h 1821094"/>
                  <a:gd name="connsiteX6" fmla="*/ 4691269 w 5009321"/>
                  <a:gd name="connsiteY6" fmla="*/ 87469 h 1821094"/>
                  <a:gd name="connsiteX7" fmla="*/ 5009321 w 5009321"/>
                  <a:gd name="connsiteY7" fmla="*/ 60965 h 1821094"/>
                  <a:gd name="connsiteX0" fmla="*/ 0 w 5261112"/>
                  <a:gd name="connsiteY0" fmla="*/ 100721 h 1821094"/>
                  <a:gd name="connsiteX1" fmla="*/ 1616765 w 5261112"/>
                  <a:gd name="connsiteY1" fmla="*/ 273000 h 1821094"/>
                  <a:gd name="connsiteX2" fmla="*/ 1881808 w 5261112"/>
                  <a:gd name="connsiteY2" fmla="*/ 1571713 h 1821094"/>
                  <a:gd name="connsiteX3" fmla="*/ 2623930 w 5261112"/>
                  <a:gd name="connsiteY3" fmla="*/ 1717487 h 1821094"/>
                  <a:gd name="connsiteX4" fmla="*/ 3101008 w 5261112"/>
                  <a:gd name="connsiteY4" fmla="*/ 1690982 h 1821094"/>
                  <a:gd name="connsiteX5" fmla="*/ 3366052 w 5261112"/>
                  <a:gd name="connsiteY5" fmla="*/ 127226 h 1821094"/>
                  <a:gd name="connsiteX6" fmla="*/ 4943060 w 5261112"/>
                  <a:gd name="connsiteY6" fmla="*/ 87469 h 1821094"/>
                  <a:gd name="connsiteX7" fmla="*/ 5261112 w 5261112"/>
                  <a:gd name="connsiteY7" fmla="*/ 60965 h 1821094"/>
                  <a:gd name="connsiteX0" fmla="*/ 0 w 5261112"/>
                  <a:gd name="connsiteY0" fmla="*/ 100721 h 1821094"/>
                  <a:gd name="connsiteX1" fmla="*/ 1616765 w 5261112"/>
                  <a:gd name="connsiteY1" fmla="*/ 273000 h 1821094"/>
                  <a:gd name="connsiteX2" fmla="*/ 1881808 w 5261112"/>
                  <a:gd name="connsiteY2" fmla="*/ 1571713 h 1821094"/>
                  <a:gd name="connsiteX3" fmla="*/ 2623930 w 5261112"/>
                  <a:gd name="connsiteY3" fmla="*/ 1717487 h 1821094"/>
                  <a:gd name="connsiteX4" fmla="*/ 3101008 w 5261112"/>
                  <a:gd name="connsiteY4" fmla="*/ 1690982 h 1821094"/>
                  <a:gd name="connsiteX5" fmla="*/ 3366052 w 5261112"/>
                  <a:gd name="connsiteY5" fmla="*/ 127226 h 1821094"/>
                  <a:gd name="connsiteX6" fmla="*/ 4943060 w 5261112"/>
                  <a:gd name="connsiteY6" fmla="*/ 87469 h 1821094"/>
                  <a:gd name="connsiteX7" fmla="*/ 5261112 w 5261112"/>
                  <a:gd name="connsiteY7" fmla="*/ 60965 h 1821094"/>
                  <a:gd name="connsiteX0" fmla="*/ 0 w 5261112"/>
                  <a:gd name="connsiteY0" fmla="*/ 100721 h 1821094"/>
                  <a:gd name="connsiteX1" fmla="*/ 1616765 w 5261112"/>
                  <a:gd name="connsiteY1" fmla="*/ 273000 h 1821094"/>
                  <a:gd name="connsiteX2" fmla="*/ 1881808 w 5261112"/>
                  <a:gd name="connsiteY2" fmla="*/ 1571713 h 1821094"/>
                  <a:gd name="connsiteX3" fmla="*/ 2623930 w 5261112"/>
                  <a:gd name="connsiteY3" fmla="*/ 1717487 h 1821094"/>
                  <a:gd name="connsiteX4" fmla="*/ 3101008 w 5261112"/>
                  <a:gd name="connsiteY4" fmla="*/ 1690982 h 1821094"/>
                  <a:gd name="connsiteX5" fmla="*/ 3366052 w 5261112"/>
                  <a:gd name="connsiteY5" fmla="*/ 127226 h 1821094"/>
                  <a:gd name="connsiteX6" fmla="*/ 4943060 w 5261112"/>
                  <a:gd name="connsiteY6" fmla="*/ 87469 h 1821094"/>
                  <a:gd name="connsiteX7" fmla="*/ 5261112 w 5261112"/>
                  <a:gd name="connsiteY7" fmla="*/ 60965 h 1821094"/>
                  <a:gd name="connsiteX0" fmla="*/ 0 w 5261112"/>
                  <a:gd name="connsiteY0" fmla="*/ 100721 h 1821094"/>
                  <a:gd name="connsiteX1" fmla="*/ 1616765 w 5261112"/>
                  <a:gd name="connsiteY1" fmla="*/ 127227 h 1821094"/>
                  <a:gd name="connsiteX2" fmla="*/ 1881808 w 5261112"/>
                  <a:gd name="connsiteY2" fmla="*/ 1571713 h 1821094"/>
                  <a:gd name="connsiteX3" fmla="*/ 2623930 w 5261112"/>
                  <a:gd name="connsiteY3" fmla="*/ 1717487 h 1821094"/>
                  <a:gd name="connsiteX4" fmla="*/ 3101008 w 5261112"/>
                  <a:gd name="connsiteY4" fmla="*/ 1690982 h 1821094"/>
                  <a:gd name="connsiteX5" fmla="*/ 3366052 w 5261112"/>
                  <a:gd name="connsiteY5" fmla="*/ 127226 h 1821094"/>
                  <a:gd name="connsiteX6" fmla="*/ 4943060 w 5261112"/>
                  <a:gd name="connsiteY6" fmla="*/ 87469 h 1821094"/>
                  <a:gd name="connsiteX7" fmla="*/ 5261112 w 5261112"/>
                  <a:gd name="connsiteY7" fmla="*/ 60965 h 1821094"/>
                  <a:gd name="connsiteX0" fmla="*/ 0 w 5261112"/>
                  <a:gd name="connsiteY0" fmla="*/ 100721 h 1821094"/>
                  <a:gd name="connsiteX1" fmla="*/ 1616765 w 5261112"/>
                  <a:gd name="connsiteY1" fmla="*/ 127227 h 1821094"/>
                  <a:gd name="connsiteX2" fmla="*/ 1881808 w 5261112"/>
                  <a:gd name="connsiteY2" fmla="*/ 1571713 h 1821094"/>
                  <a:gd name="connsiteX3" fmla="*/ 2623930 w 5261112"/>
                  <a:gd name="connsiteY3" fmla="*/ 1717487 h 1821094"/>
                  <a:gd name="connsiteX4" fmla="*/ 3101008 w 5261112"/>
                  <a:gd name="connsiteY4" fmla="*/ 1690982 h 1821094"/>
                  <a:gd name="connsiteX5" fmla="*/ 3366052 w 5261112"/>
                  <a:gd name="connsiteY5" fmla="*/ 127226 h 1821094"/>
                  <a:gd name="connsiteX6" fmla="*/ 4943060 w 5261112"/>
                  <a:gd name="connsiteY6" fmla="*/ 87469 h 1821094"/>
                  <a:gd name="connsiteX7" fmla="*/ 5261112 w 5261112"/>
                  <a:gd name="connsiteY7" fmla="*/ 60965 h 1821094"/>
                  <a:gd name="connsiteX0" fmla="*/ 0 w 5261112"/>
                  <a:gd name="connsiteY0" fmla="*/ 109720 h 1830093"/>
                  <a:gd name="connsiteX1" fmla="*/ 1616765 w 5261112"/>
                  <a:gd name="connsiteY1" fmla="*/ 136226 h 1830093"/>
                  <a:gd name="connsiteX2" fmla="*/ 1881808 w 5261112"/>
                  <a:gd name="connsiteY2" fmla="*/ 1580712 h 1830093"/>
                  <a:gd name="connsiteX3" fmla="*/ 2623930 w 5261112"/>
                  <a:gd name="connsiteY3" fmla="*/ 1726486 h 1830093"/>
                  <a:gd name="connsiteX4" fmla="*/ 3101008 w 5261112"/>
                  <a:gd name="connsiteY4" fmla="*/ 1699981 h 1830093"/>
                  <a:gd name="connsiteX5" fmla="*/ 3366052 w 5261112"/>
                  <a:gd name="connsiteY5" fmla="*/ 136225 h 1830093"/>
                  <a:gd name="connsiteX6" fmla="*/ 4943060 w 5261112"/>
                  <a:gd name="connsiteY6" fmla="*/ 96468 h 1830093"/>
                  <a:gd name="connsiteX7" fmla="*/ 5261112 w 5261112"/>
                  <a:gd name="connsiteY7" fmla="*/ 69964 h 1830093"/>
                  <a:gd name="connsiteX0" fmla="*/ 0 w 5261112"/>
                  <a:gd name="connsiteY0" fmla="*/ 100722 h 1821095"/>
                  <a:gd name="connsiteX1" fmla="*/ 1616765 w 5261112"/>
                  <a:gd name="connsiteY1" fmla="*/ 127228 h 1821095"/>
                  <a:gd name="connsiteX2" fmla="*/ 1881808 w 5261112"/>
                  <a:gd name="connsiteY2" fmla="*/ 1571714 h 1821095"/>
                  <a:gd name="connsiteX3" fmla="*/ 2623930 w 5261112"/>
                  <a:gd name="connsiteY3" fmla="*/ 1717488 h 1821095"/>
                  <a:gd name="connsiteX4" fmla="*/ 3101008 w 5261112"/>
                  <a:gd name="connsiteY4" fmla="*/ 1690983 h 1821095"/>
                  <a:gd name="connsiteX5" fmla="*/ 3366052 w 5261112"/>
                  <a:gd name="connsiteY5" fmla="*/ 127227 h 1821095"/>
                  <a:gd name="connsiteX6" fmla="*/ 4943060 w 5261112"/>
                  <a:gd name="connsiteY6" fmla="*/ 87470 h 1821095"/>
                  <a:gd name="connsiteX7" fmla="*/ 5261112 w 5261112"/>
                  <a:gd name="connsiteY7" fmla="*/ 60966 h 1821095"/>
                  <a:gd name="connsiteX0" fmla="*/ 0 w 5261112"/>
                  <a:gd name="connsiteY0" fmla="*/ 100722 h 1821095"/>
                  <a:gd name="connsiteX1" fmla="*/ 1616765 w 5261112"/>
                  <a:gd name="connsiteY1" fmla="*/ 127228 h 1821095"/>
                  <a:gd name="connsiteX2" fmla="*/ 1881808 w 5261112"/>
                  <a:gd name="connsiteY2" fmla="*/ 1571714 h 1821095"/>
                  <a:gd name="connsiteX3" fmla="*/ 2623930 w 5261112"/>
                  <a:gd name="connsiteY3" fmla="*/ 1717488 h 1821095"/>
                  <a:gd name="connsiteX4" fmla="*/ 3101008 w 5261112"/>
                  <a:gd name="connsiteY4" fmla="*/ 1690983 h 1821095"/>
                  <a:gd name="connsiteX5" fmla="*/ 3366052 w 5261112"/>
                  <a:gd name="connsiteY5" fmla="*/ 127227 h 1821095"/>
                  <a:gd name="connsiteX6" fmla="*/ 4943060 w 5261112"/>
                  <a:gd name="connsiteY6" fmla="*/ 87470 h 1821095"/>
                  <a:gd name="connsiteX7" fmla="*/ 5261112 w 5261112"/>
                  <a:gd name="connsiteY7" fmla="*/ 60966 h 1821095"/>
                  <a:gd name="connsiteX0" fmla="*/ 0 w 5261112"/>
                  <a:gd name="connsiteY0" fmla="*/ 98115 h 1744263"/>
                  <a:gd name="connsiteX1" fmla="*/ 1616765 w 5261112"/>
                  <a:gd name="connsiteY1" fmla="*/ 124621 h 1744263"/>
                  <a:gd name="connsiteX2" fmla="*/ 1881808 w 5261112"/>
                  <a:gd name="connsiteY2" fmla="*/ 1569107 h 1744263"/>
                  <a:gd name="connsiteX3" fmla="*/ 2623930 w 5261112"/>
                  <a:gd name="connsiteY3" fmla="*/ 1714881 h 1744263"/>
                  <a:gd name="connsiteX4" fmla="*/ 3101008 w 5261112"/>
                  <a:gd name="connsiteY4" fmla="*/ 1529350 h 1744263"/>
                  <a:gd name="connsiteX5" fmla="*/ 3366052 w 5261112"/>
                  <a:gd name="connsiteY5" fmla="*/ 124620 h 1744263"/>
                  <a:gd name="connsiteX6" fmla="*/ 4943060 w 5261112"/>
                  <a:gd name="connsiteY6" fmla="*/ 84863 h 1744263"/>
                  <a:gd name="connsiteX7" fmla="*/ 5261112 w 5261112"/>
                  <a:gd name="connsiteY7" fmla="*/ 58359 h 1744263"/>
                  <a:gd name="connsiteX0" fmla="*/ 0 w 5261112"/>
                  <a:gd name="connsiteY0" fmla="*/ 98115 h 1739047"/>
                  <a:gd name="connsiteX1" fmla="*/ 1616765 w 5261112"/>
                  <a:gd name="connsiteY1" fmla="*/ 124621 h 1739047"/>
                  <a:gd name="connsiteX2" fmla="*/ 1881808 w 5261112"/>
                  <a:gd name="connsiteY2" fmla="*/ 1569107 h 1739047"/>
                  <a:gd name="connsiteX3" fmla="*/ 2623930 w 5261112"/>
                  <a:gd name="connsiteY3" fmla="*/ 1714881 h 1739047"/>
                  <a:gd name="connsiteX4" fmla="*/ 3101008 w 5261112"/>
                  <a:gd name="connsiteY4" fmla="*/ 1529350 h 1739047"/>
                  <a:gd name="connsiteX5" fmla="*/ 3366052 w 5261112"/>
                  <a:gd name="connsiteY5" fmla="*/ 124620 h 1739047"/>
                  <a:gd name="connsiteX6" fmla="*/ 4943060 w 5261112"/>
                  <a:gd name="connsiteY6" fmla="*/ 84863 h 1739047"/>
                  <a:gd name="connsiteX7" fmla="*/ 5261112 w 5261112"/>
                  <a:gd name="connsiteY7" fmla="*/ 58359 h 1739047"/>
                  <a:gd name="connsiteX0" fmla="*/ 0 w 5261112"/>
                  <a:gd name="connsiteY0" fmla="*/ 98115 h 1744263"/>
                  <a:gd name="connsiteX1" fmla="*/ 1616765 w 5261112"/>
                  <a:gd name="connsiteY1" fmla="*/ 124621 h 1744263"/>
                  <a:gd name="connsiteX2" fmla="*/ 1881808 w 5261112"/>
                  <a:gd name="connsiteY2" fmla="*/ 1569107 h 1744263"/>
                  <a:gd name="connsiteX3" fmla="*/ 2623930 w 5261112"/>
                  <a:gd name="connsiteY3" fmla="*/ 1714881 h 1744263"/>
                  <a:gd name="connsiteX4" fmla="*/ 3101008 w 5261112"/>
                  <a:gd name="connsiteY4" fmla="*/ 1529350 h 1744263"/>
                  <a:gd name="connsiteX5" fmla="*/ 3366052 w 5261112"/>
                  <a:gd name="connsiteY5" fmla="*/ 124620 h 1744263"/>
                  <a:gd name="connsiteX6" fmla="*/ 4943060 w 5261112"/>
                  <a:gd name="connsiteY6" fmla="*/ 84863 h 1744263"/>
                  <a:gd name="connsiteX7" fmla="*/ 5261112 w 5261112"/>
                  <a:gd name="connsiteY7" fmla="*/ 58359 h 1744263"/>
                  <a:gd name="connsiteX0" fmla="*/ 0 w 5261112"/>
                  <a:gd name="connsiteY0" fmla="*/ 98115 h 1743386"/>
                  <a:gd name="connsiteX1" fmla="*/ 1616765 w 5261112"/>
                  <a:gd name="connsiteY1" fmla="*/ 124621 h 1743386"/>
                  <a:gd name="connsiteX2" fmla="*/ 1881808 w 5261112"/>
                  <a:gd name="connsiteY2" fmla="*/ 1569107 h 1743386"/>
                  <a:gd name="connsiteX3" fmla="*/ 2623930 w 5261112"/>
                  <a:gd name="connsiteY3" fmla="*/ 1714881 h 1743386"/>
                  <a:gd name="connsiteX4" fmla="*/ 3193773 w 5261112"/>
                  <a:gd name="connsiteY4" fmla="*/ 1542602 h 1743386"/>
                  <a:gd name="connsiteX5" fmla="*/ 3366052 w 5261112"/>
                  <a:gd name="connsiteY5" fmla="*/ 124620 h 1743386"/>
                  <a:gd name="connsiteX6" fmla="*/ 4943060 w 5261112"/>
                  <a:gd name="connsiteY6" fmla="*/ 84863 h 1743386"/>
                  <a:gd name="connsiteX7" fmla="*/ 5261112 w 5261112"/>
                  <a:gd name="connsiteY7" fmla="*/ 58359 h 1743386"/>
                  <a:gd name="connsiteX0" fmla="*/ 0 w 5261112"/>
                  <a:gd name="connsiteY0" fmla="*/ 98115 h 1735222"/>
                  <a:gd name="connsiteX1" fmla="*/ 1616765 w 5261112"/>
                  <a:gd name="connsiteY1" fmla="*/ 124621 h 1735222"/>
                  <a:gd name="connsiteX2" fmla="*/ 1881808 w 5261112"/>
                  <a:gd name="connsiteY2" fmla="*/ 1569107 h 1735222"/>
                  <a:gd name="connsiteX3" fmla="*/ 3193773 w 5261112"/>
                  <a:gd name="connsiteY3" fmla="*/ 1542602 h 1735222"/>
                  <a:gd name="connsiteX4" fmla="*/ 3366052 w 5261112"/>
                  <a:gd name="connsiteY4" fmla="*/ 124620 h 1735222"/>
                  <a:gd name="connsiteX5" fmla="*/ 4943060 w 5261112"/>
                  <a:gd name="connsiteY5" fmla="*/ 84863 h 1735222"/>
                  <a:gd name="connsiteX6" fmla="*/ 5261112 w 5261112"/>
                  <a:gd name="connsiteY6" fmla="*/ 58359 h 1735222"/>
                  <a:gd name="connsiteX0" fmla="*/ 0 w 5261112"/>
                  <a:gd name="connsiteY0" fmla="*/ 98115 h 1734438"/>
                  <a:gd name="connsiteX1" fmla="*/ 1616765 w 5261112"/>
                  <a:gd name="connsiteY1" fmla="*/ 124621 h 1734438"/>
                  <a:gd name="connsiteX2" fmla="*/ 1881808 w 5261112"/>
                  <a:gd name="connsiteY2" fmla="*/ 1569107 h 1734438"/>
                  <a:gd name="connsiteX3" fmla="*/ 3193773 w 5261112"/>
                  <a:gd name="connsiteY3" fmla="*/ 1542602 h 1734438"/>
                  <a:gd name="connsiteX4" fmla="*/ 3485322 w 5261112"/>
                  <a:gd name="connsiteY4" fmla="*/ 137873 h 1734438"/>
                  <a:gd name="connsiteX5" fmla="*/ 4943060 w 5261112"/>
                  <a:gd name="connsiteY5" fmla="*/ 84863 h 1734438"/>
                  <a:gd name="connsiteX6" fmla="*/ 5261112 w 5261112"/>
                  <a:gd name="connsiteY6" fmla="*/ 58359 h 1734438"/>
                  <a:gd name="connsiteX0" fmla="*/ 0 w 5261112"/>
                  <a:gd name="connsiteY0" fmla="*/ 98115 h 1734438"/>
                  <a:gd name="connsiteX1" fmla="*/ 1616765 w 5261112"/>
                  <a:gd name="connsiteY1" fmla="*/ 124621 h 1734438"/>
                  <a:gd name="connsiteX2" fmla="*/ 1881808 w 5261112"/>
                  <a:gd name="connsiteY2" fmla="*/ 1569107 h 1734438"/>
                  <a:gd name="connsiteX3" fmla="*/ 3193773 w 5261112"/>
                  <a:gd name="connsiteY3" fmla="*/ 1542602 h 1734438"/>
                  <a:gd name="connsiteX4" fmla="*/ 3485322 w 5261112"/>
                  <a:gd name="connsiteY4" fmla="*/ 137873 h 1734438"/>
                  <a:gd name="connsiteX5" fmla="*/ 5261112 w 5261112"/>
                  <a:gd name="connsiteY5" fmla="*/ 58359 h 1734438"/>
                  <a:gd name="connsiteX0" fmla="*/ 0 w 5035825"/>
                  <a:gd name="connsiteY0" fmla="*/ 98115 h 1734438"/>
                  <a:gd name="connsiteX1" fmla="*/ 1616765 w 5035825"/>
                  <a:gd name="connsiteY1" fmla="*/ 124621 h 1734438"/>
                  <a:gd name="connsiteX2" fmla="*/ 1881808 w 5035825"/>
                  <a:gd name="connsiteY2" fmla="*/ 1569107 h 1734438"/>
                  <a:gd name="connsiteX3" fmla="*/ 3193773 w 5035825"/>
                  <a:gd name="connsiteY3" fmla="*/ 1542602 h 1734438"/>
                  <a:gd name="connsiteX4" fmla="*/ 3485322 w 5035825"/>
                  <a:gd name="connsiteY4" fmla="*/ 137873 h 1734438"/>
                  <a:gd name="connsiteX5" fmla="*/ 5035825 w 5035825"/>
                  <a:gd name="connsiteY5" fmla="*/ 58359 h 1734438"/>
                  <a:gd name="connsiteX0" fmla="*/ 0 w 4386468"/>
                  <a:gd name="connsiteY0" fmla="*/ 39649 h 1795241"/>
                  <a:gd name="connsiteX1" fmla="*/ 967408 w 4386468"/>
                  <a:gd name="connsiteY1" fmla="*/ 185424 h 1795241"/>
                  <a:gd name="connsiteX2" fmla="*/ 1232451 w 4386468"/>
                  <a:gd name="connsiteY2" fmla="*/ 1629910 h 1795241"/>
                  <a:gd name="connsiteX3" fmla="*/ 2544416 w 4386468"/>
                  <a:gd name="connsiteY3" fmla="*/ 1603405 h 1795241"/>
                  <a:gd name="connsiteX4" fmla="*/ 2835965 w 4386468"/>
                  <a:gd name="connsiteY4" fmla="*/ 198676 h 1795241"/>
                  <a:gd name="connsiteX5" fmla="*/ 4386468 w 4386468"/>
                  <a:gd name="connsiteY5" fmla="*/ 119162 h 1795241"/>
                  <a:gd name="connsiteX0" fmla="*/ 0 w 4386468"/>
                  <a:gd name="connsiteY0" fmla="*/ 23737 h 1779329"/>
                  <a:gd name="connsiteX1" fmla="*/ 967408 w 4386468"/>
                  <a:gd name="connsiteY1" fmla="*/ 169512 h 1779329"/>
                  <a:gd name="connsiteX2" fmla="*/ 1232451 w 4386468"/>
                  <a:gd name="connsiteY2" fmla="*/ 1613998 h 1779329"/>
                  <a:gd name="connsiteX3" fmla="*/ 2544416 w 4386468"/>
                  <a:gd name="connsiteY3" fmla="*/ 1587493 h 1779329"/>
                  <a:gd name="connsiteX4" fmla="*/ 2835965 w 4386468"/>
                  <a:gd name="connsiteY4" fmla="*/ 182764 h 1779329"/>
                  <a:gd name="connsiteX5" fmla="*/ 4386468 w 4386468"/>
                  <a:gd name="connsiteY5" fmla="*/ 103250 h 1779329"/>
                  <a:gd name="connsiteX0" fmla="*/ 0 w 3684102"/>
                  <a:gd name="connsiteY0" fmla="*/ 23737 h 1779329"/>
                  <a:gd name="connsiteX1" fmla="*/ 967408 w 3684102"/>
                  <a:gd name="connsiteY1" fmla="*/ 169512 h 1779329"/>
                  <a:gd name="connsiteX2" fmla="*/ 1232451 w 3684102"/>
                  <a:gd name="connsiteY2" fmla="*/ 1613998 h 1779329"/>
                  <a:gd name="connsiteX3" fmla="*/ 2544416 w 3684102"/>
                  <a:gd name="connsiteY3" fmla="*/ 1587493 h 1779329"/>
                  <a:gd name="connsiteX4" fmla="*/ 2835965 w 3684102"/>
                  <a:gd name="connsiteY4" fmla="*/ 182764 h 1779329"/>
                  <a:gd name="connsiteX5" fmla="*/ 3684102 w 3684102"/>
                  <a:gd name="connsiteY5" fmla="*/ 50241 h 1779329"/>
                  <a:gd name="connsiteX0" fmla="*/ 0 w 3790120"/>
                  <a:gd name="connsiteY0" fmla="*/ 23737 h 1779329"/>
                  <a:gd name="connsiteX1" fmla="*/ 967408 w 3790120"/>
                  <a:gd name="connsiteY1" fmla="*/ 169512 h 1779329"/>
                  <a:gd name="connsiteX2" fmla="*/ 1232451 w 3790120"/>
                  <a:gd name="connsiteY2" fmla="*/ 1613998 h 1779329"/>
                  <a:gd name="connsiteX3" fmla="*/ 2544416 w 3790120"/>
                  <a:gd name="connsiteY3" fmla="*/ 1587493 h 1779329"/>
                  <a:gd name="connsiteX4" fmla="*/ 2835965 w 3790120"/>
                  <a:gd name="connsiteY4" fmla="*/ 182764 h 1779329"/>
                  <a:gd name="connsiteX5" fmla="*/ 3790120 w 3790120"/>
                  <a:gd name="connsiteY5" fmla="*/ 23737 h 1779329"/>
                  <a:gd name="connsiteX0" fmla="*/ 0 w 3790120"/>
                  <a:gd name="connsiteY0" fmla="*/ 14311 h 1794887"/>
                  <a:gd name="connsiteX1" fmla="*/ 967408 w 3790120"/>
                  <a:gd name="connsiteY1" fmla="*/ 185070 h 1794887"/>
                  <a:gd name="connsiteX2" fmla="*/ 1232451 w 3790120"/>
                  <a:gd name="connsiteY2" fmla="*/ 1629556 h 1794887"/>
                  <a:gd name="connsiteX3" fmla="*/ 2544416 w 3790120"/>
                  <a:gd name="connsiteY3" fmla="*/ 1603051 h 1794887"/>
                  <a:gd name="connsiteX4" fmla="*/ 2835965 w 3790120"/>
                  <a:gd name="connsiteY4" fmla="*/ 198322 h 1794887"/>
                  <a:gd name="connsiteX5" fmla="*/ 3790120 w 3790120"/>
                  <a:gd name="connsiteY5" fmla="*/ 39295 h 1794887"/>
                  <a:gd name="connsiteX0" fmla="*/ 0 w 3790120"/>
                  <a:gd name="connsiteY0" fmla="*/ 14311 h 1794887"/>
                  <a:gd name="connsiteX1" fmla="*/ 967408 w 3790120"/>
                  <a:gd name="connsiteY1" fmla="*/ 185070 h 1794887"/>
                  <a:gd name="connsiteX2" fmla="*/ 1232451 w 3790120"/>
                  <a:gd name="connsiteY2" fmla="*/ 1629556 h 1794887"/>
                  <a:gd name="connsiteX3" fmla="*/ 2544416 w 3790120"/>
                  <a:gd name="connsiteY3" fmla="*/ 1603051 h 1794887"/>
                  <a:gd name="connsiteX4" fmla="*/ 2835965 w 3790120"/>
                  <a:gd name="connsiteY4" fmla="*/ 198322 h 1794887"/>
                  <a:gd name="connsiteX5" fmla="*/ 3790120 w 3790120"/>
                  <a:gd name="connsiteY5" fmla="*/ 39295 h 1794887"/>
                  <a:gd name="connsiteX0" fmla="*/ 0 w 3790120"/>
                  <a:gd name="connsiteY0" fmla="*/ 8345 h 1788921"/>
                  <a:gd name="connsiteX1" fmla="*/ 967408 w 3790120"/>
                  <a:gd name="connsiteY1" fmla="*/ 179104 h 1788921"/>
                  <a:gd name="connsiteX2" fmla="*/ 1232451 w 3790120"/>
                  <a:gd name="connsiteY2" fmla="*/ 1623590 h 1788921"/>
                  <a:gd name="connsiteX3" fmla="*/ 2544416 w 3790120"/>
                  <a:gd name="connsiteY3" fmla="*/ 1597085 h 1788921"/>
                  <a:gd name="connsiteX4" fmla="*/ 2835965 w 3790120"/>
                  <a:gd name="connsiteY4" fmla="*/ 192356 h 1788921"/>
                  <a:gd name="connsiteX5" fmla="*/ 3790120 w 3790120"/>
                  <a:gd name="connsiteY5" fmla="*/ 33329 h 1788921"/>
                  <a:gd name="connsiteX0" fmla="*/ 0 w 3790120"/>
                  <a:gd name="connsiteY0" fmla="*/ 8345 h 1788921"/>
                  <a:gd name="connsiteX1" fmla="*/ 967408 w 3790120"/>
                  <a:gd name="connsiteY1" fmla="*/ 179104 h 1788921"/>
                  <a:gd name="connsiteX2" fmla="*/ 1232451 w 3790120"/>
                  <a:gd name="connsiteY2" fmla="*/ 1623590 h 1788921"/>
                  <a:gd name="connsiteX3" fmla="*/ 2544416 w 3790120"/>
                  <a:gd name="connsiteY3" fmla="*/ 1597085 h 1788921"/>
                  <a:gd name="connsiteX4" fmla="*/ 2835965 w 3790120"/>
                  <a:gd name="connsiteY4" fmla="*/ 192356 h 1788921"/>
                  <a:gd name="connsiteX5" fmla="*/ 3790120 w 3790120"/>
                  <a:gd name="connsiteY5" fmla="*/ 33329 h 1788921"/>
                  <a:gd name="connsiteX0" fmla="*/ 0 w 3790120"/>
                  <a:gd name="connsiteY0" fmla="*/ 5186 h 1785107"/>
                  <a:gd name="connsiteX1" fmla="*/ 991167 w 3790120"/>
                  <a:gd name="connsiteY1" fmla="*/ 185939 h 1785107"/>
                  <a:gd name="connsiteX2" fmla="*/ 1232451 w 3790120"/>
                  <a:gd name="connsiteY2" fmla="*/ 1620431 h 1785107"/>
                  <a:gd name="connsiteX3" fmla="*/ 2544416 w 3790120"/>
                  <a:gd name="connsiteY3" fmla="*/ 1593926 h 1785107"/>
                  <a:gd name="connsiteX4" fmla="*/ 2835965 w 3790120"/>
                  <a:gd name="connsiteY4" fmla="*/ 189197 h 1785107"/>
                  <a:gd name="connsiteX5" fmla="*/ 3790120 w 3790120"/>
                  <a:gd name="connsiteY5" fmla="*/ 30170 h 1785107"/>
                  <a:gd name="connsiteX0" fmla="*/ 0 w 3752106"/>
                  <a:gd name="connsiteY0" fmla="*/ 5186 h 1785107"/>
                  <a:gd name="connsiteX1" fmla="*/ 991167 w 3752106"/>
                  <a:gd name="connsiteY1" fmla="*/ 185939 h 1785107"/>
                  <a:gd name="connsiteX2" fmla="*/ 1232451 w 3752106"/>
                  <a:gd name="connsiteY2" fmla="*/ 1620431 h 1785107"/>
                  <a:gd name="connsiteX3" fmla="*/ 2544416 w 3752106"/>
                  <a:gd name="connsiteY3" fmla="*/ 1593926 h 1785107"/>
                  <a:gd name="connsiteX4" fmla="*/ 2835965 w 3752106"/>
                  <a:gd name="connsiteY4" fmla="*/ 189197 h 1785107"/>
                  <a:gd name="connsiteX5" fmla="*/ 3752106 w 3752106"/>
                  <a:gd name="connsiteY5" fmla="*/ 5186 h 1785107"/>
                  <a:gd name="connsiteX0" fmla="*/ 0 w 3752106"/>
                  <a:gd name="connsiteY0" fmla="*/ 5186 h 1785107"/>
                  <a:gd name="connsiteX1" fmla="*/ 991167 w 3752106"/>
                  <a:gd name="connsiteY1" fmla="*/ 185939 h 1785107"/>
                  <a:gd name="connsiteX2" fmla="*/ 1232451 w 3752106"/>
                  <a:gd name="connsiteY2" fmla="*/ 1620431 h 1785107"/>
                  <a:gd name="connsiteX3" fmla="*/ 2544416 w 3752106"/>
                  <a:gd name="connsiteY3" fmla="*/ 1593926 h 1785107"/>
                  <a:gd name="connsiteX4" fmla="*/ 2835965 w 3752106"/>
                  <a:gd name="connsiteY4" fmla="*/ 189197 h 1785107"/>
                  <a:gd name="connsiteX5" fmla="*/ 3752106 w 3752106"/>
                  <a:gd name="connsiteY5" fmla="*/ 5186 h 1785107"/>
                  <a:gd name="connsiteX0" fmla="*/ 0 w 3752106"/>
                  <a:gd name="connsiteY0" fmla="*/ 5186 h 1785107"/>
                  <a:gd name="connsiteX1" fmla="*/ 991167 w 3752106"/>
                  <a:gd name="connsiteY1" fmla="*/ 185939 h 1785107"/>
                  <a:gd name="connsiteX2" fmla="*/ 1232451 w 3752106"/>
                  <a:gd name="connsiteY2" fmla="*/ 1620431 h 1785107"/>
                  <a:gd name="connsiteX3" fmla="*/ 2544416 w 3752106"/>
                  <a:gd name="connsiteY3" fmla="*/ 1593926 h 1785107"/>
                  <a:gd name="connsiteX4" fmla="*/ 2835965 w 3752106"/>
                  <a:gd name="connsiteY4" fmla="*/ 189197 h 1785107"/>
                  <a:gd name="connsiteX5" fmla="*/ 3752106 w 3752106"/>
                  <a:gd name="connsiteY5" fmla="*/ 5186 h 1785107"/>
                  <a:gd name="connsiteX0" fmla="*/ 0 w 3752106"/>
                  <a:gd name="connsiteY0" fmla="*/ 5186 h 1785107"/>
                  <a:gd name="connsiteX1" fmla="*/ 991167 w 3752106"/>
                  <a:gd name="connsiteY1" fmla="*/ 185939 h 1785107"/>
                  <a:gd name="connsiteX2" fmla="*/ 1232451 w 3752106"/>
                  <a:gd name="connsiteY2" fmla="*/ 1620431 h 1785107"/>
                  <a:gd name="connsiteX3" fmla="*/ 2544416 w 3752106"/>
                  <a:gd name="connsiteY3" fmla="*/ 1593926 h 1785107"/>
                  <a:gd name="connsiteX4" fmla="*/ 2835965 w 3752106"/>
                  <a:gd name="connsiteY4" fmla="*/ 189197 h 1785107"/>
                  <a:gd name="connsiteX5" fmla="*/ 3752106 w 3752106"/>
                  <a:gd name="connsiteY5" fmla="*/ 5186 h 1785107"/>
                  <a:gd name="connsiteX0" fmla="*/ 0 w 3752106"/>
                  <a:gd name="connsiteY0" fmla="*/ 13548 h 1793469"/>
                  <a:gd name="connsiteX1" fmla="*/ 991167 w 3752106"/>
                  <a:gd name="connsiteY1" fmla="*/ 194301 h 1793469"/>
                  <a:gd name="connsiteX2" fmla="*/ 1232451 w 3752106"/>
                  <a:gd name="connsiteY2" fmla="*/ 1628793 h 1793469"/>
                  <a:gd name="connsiteX3" fmla="*/ 2544416 w 3752106"/>
                  <a:gd name="connsiteY3" fmla="*/ 1602288 h 1793469"/>
                  <a:gd name="connsiteX4" fmla="*/ 2835965 w 3752106"/>
                  <a:gd name="connsiteY4" fmla="*/ 197559 h 1793469"/>
                  <a:gd name="connsiteX5" fmla="*/ 3752106 w 3752106"/>
                  <a:gd name="connsiteY5" fmla="*/ 13548 h 1793469"/>
                  <a:gd name="connsiteX0" fmla="*/ 0 w 3752106"/>
                  <a:gd name="connsiteY0" fmla="*/ 6740 h 1785352"/>
                  <a:gd name="connsiteX1" fmla="*/ 1014926 w 3752106"/>
                  <a:gd name="connsiteY1" fmla="*/ 207480 h 1785352"/>
                  <a:gd name="connsiteX2" fmla="*/ 1232451 w 3752106"/>
                  <a:gd name="connsiteY2" fmla="*/ 1621985 h 1785352"/>
                  <a:gd name="connsiteX3" fmla="*/ 2544416 w 3752106"/>
                  <a:gd name="connsiteY3" fmla="*/ 1595480 h 1785352"/>
                  <a:gd name="connsiteX4" fmla="*/ 2835965 w 3752106"/>
                  <a:gd name="connsiteY4" fmla="*/ 190751 h 1785352"/>
                  <a:gd name="connsiteX5" fmla="*/ 3752106 w 3752106"/>
                  <a:gd name="connsiteY5" fmla="*/ 6740 h 1785352"/>
                  <a:gd name="connsiteX0" fmla="*/ 0 w 3752106"/>
                  <a:gd name="connsiteY0" fmla="*/ 4533 h 1783145"/>
                  <a:gd name="connsiteX1" fmla="*/ 1014926 w 3752106"/>
                  <a:gd name="connsiteY1" fmla="*/ 205273 h 1783145"/>
                  <a:gd name="connsiteX2" fmla="*/ 1232451 w 3752106"/>
                  <a:gd name="connsiteY2" fmla="*/ 1619778 h 1783145"/>
                  <a:gd name="connsiteX3" fmla="*/ 2544416 w 3752106"/>
                  <a:gd name="connsiteY3" fmla="*/ 1593273 h 1783145"/>
                  <a:gd name="connsiteX4" fmla="*/ 2835965 w 3752106"/>
                  <a:gd name="connsiteY4" fmla="*/ 188544 h 1783145"/>
                  <a:gd name="connsiteX5" fmla="*/ 3752106 w 3752106"/>
                  <a:gd name="connsiteY5" fmla="*/ 4533 h 1783145"/>
                  <a:gd name="connsiteX0" fmla="*/ 0 w 3752106"/>
                  <a:gd name="connsiteY0" fmla="*/ 2693 h 1781305"/>
                  <a:gd name="connsiteX1" fmla="*/ 1014926 w 3752106"/>
                  <a:gd name="connsiteY1" fmla="*/ 203433 h 1781305"/>
                  <a:gd name="connsiteX2" fmla="*/ 1232451 w 3752106"/>
                  <a:gd name="connsiteY2" fmla="*/ 1617938 h 1781305"/>
                  <a:gd name="connsiteX3" fmla="*/ 2544416 w 3752106"/>
                  <a:gd name="connsiteY3" fmla="*/ 1591433 h 1781305"/>
                  <a:gd name="connsiteX4" fmla="*/ 2835965 w 3752106"/>
                  <a:gd name="connsiteY4" fmla="*/ 186704 h 1781305"/>
                  <a:gd name="connsiteX5" fmla="*/ 3752106 w 3752106"/>
                  <a:gd name="connsiteY5" fmla="*/ 2693 h 1781305"/>
                  <a:gd name="connsiteX0" fmla="*/ 0 w 3752106"/>
                  <a:gd name="connsiteY0" fmla="*/ 7868 h 1786480"/>
                  <a:gd name="connsiteX1" fmla="*/ 1014926 w 3752106"/>
                  <a:gd name="connsiteY1" fmla="*/ 208608 h 1786480"/>
                  <a:gd name="connsiteX2" fmla="*/ 1232451 w 3752106"/>
                  <a:gd name="connsiteY2" fmla="*/ 1623113 h 1786480"/>
                  <a:gd name="connsiteX3" fmla="*/ 2544416 w 3752106"/>
                  <a:gd name="connsiteY3" fmla="*/ 1596608 h 1786480"/>
                  <a:gd name="connsiteX4" fmla="*/ 2835965 w 3752106"/>
                  <a:gd name="connsiteY4" fmla="*/ 191879 h 1786480"/>
                  <a:gd name="connsiteX5" fmla="*/ 3752106 w 3752106"/>
                  <a:gd name="connsiteY5" fmla="*/ 7868 h 1786480"/>
                  <a:gd name="connsiteX0" fmla="*/ 0 w 3752106"/>
                  <a:gd name="connsiteY0" fmla="*/ 7868 h 1786184"/>
                  <a:gd name="connsiteX1" fmla="*/ 1014926 w 3752106"/>
                  <a:gd name="connsiteY1" fmla="*/ 208608 h 1786184"/>
                  <a:gd name="connsiteX2" fmla="*/ 1232451 w 3752106"/>
                  <a:gd name="connsiteY2" fmla="*/ 1623113 h 1786184"/>
                  <a:gd name="connsiteX3" fmla="*/ 2544416 w 3752106"/>
                  <a:gd name="connsiteY3" fmla="*/ 1596608 h 1786184"/>
                  <a:gd name="connsiteX4" fmla="*/ 2707668 w 3752106"/>
                  <a:gd name="connsiteY4" fmla="*/ 196876 h 1786184"/>
                  <a:gd name="connsiteX5" fmla="*/ 3752106 w 3752106"/>
                  <a:gd name="connsiteY5" fmla="*/ 7868 h 1786184"/>
                  <a:gd name="connsiteX0" fmla="*/ 0 w 3752106"/>
                  <a:gd name="connsiteY0" fmla="*/ 7868 h 1791531"/>
                  <a:gd name="connsiteX1" fmla="*/ 1014926 w 3752106"/>
                  <a:gd name="connsiteY1" fmla="*/ 208608 h 1791531"/>
                  <a:gd name="connsiteX2" fmla="*/ 1232451 w 3752106"/>
                  <a:gd name="connsiteY2" fmla="*/ 1623113 h 1791531"/>
                  <a:gd name="connsiteX3" fmla="*/ 2506401 w 3752106"/>
                  <a:gd name="connsiteY3" fmla="*/ 1606601 h 1791531"/>
                  <a:gd name="connsiteX4" fmla="*/ 2707668 w 3752106"/>
                  <a:gd name="connsiteY4" fmla="*/ 196876 h 1791531"/>
                  <a:gd name="connsiteX5" fmla="*/ 3752106 w 3752106"/>
                  <a:gd name="connsiteY5" fmla="*/ 7868 h 1791531"/>
                  <a:gd name="connsiteX0" fmla="*/ 0 w 3752106"/>
                  <a:gd name="connsiteY0" fmla="*/ 7868 h 1791228"/>
                  <a:gd name="connsiteX1" fmla="*/ 1014926 w 3752106"/>
                  <a:gd name="connsiteY1" fmla="*/ 208608 h 1791228"/>
                  <a:gd name="connsiteX2" fmla="*/ 1232451 w 3752106"/>
                  <a:gd name="connsiteY2" fmla="*/ 1623113 h 1791228"/>
                  <a:gd name="connsiteX3" fmla="*/ 2506401 w 3752106"/>
                  <a:gd name="connsiteY3" fmla="*/ 1606601 h 1791228"/>
                  <a:gd name="connsiteX4" fmla="*/ 2736178 w 3752106"/>
                  <a:gd name="connsiteY4" fmla="*/ 201873 h 1791228"/>
                  <a:gd name="connsiteX5" fmla="*/ 3752106 w 3752106"/>
                  <a:gd name="connsiteY5" fmla="*/ 7868 h 1791228"/>
                  <a:gd name="connsiteX0" fmla="*/ 0 w 3752106"/>
                  <a:gd name="connsiteY0" fmla="*/ 7868 h 1790926"/>
                  <a:gd name="connsiteX1" fmla="*/ 1014926 w 3752106"/>
                  <a:gd name="connsiteY1" fmla="*/ 208608 h 1790926"/>
                  <a:gd name="connsiteX2" fmla="*/ 1232451 w 3752106"/>
                  <a:gd name="connsiteY2" fmla="*/ 1623113 h 1790926"/>
                  <a:gd name="connsiteX3" fmla="*/ 2506401 w 3752106"/>
                  <a:gd name="connsiteY3" fmla="*/ 1606601 h 1790926"/>
                  <a:gd name="connsiteX4" fmla="*/ 2712419 w 3752106"/>
                  <a:gd name="connsiteY4" fmla="*/ 206870 h 1790926"/>
                  <a:gd name="connsiteX5" fmla="*/ 3752106 w 3752106"/>
                  <a:gd name="connsiteY5" fmla="*/ 7868 h 1790926"/>
                  <a:gd name="connsiteX0" fmla="*/ 0 w 3752106"/>
                  <a:gd name="connsiteY0" fmla="*/ 7868 h 1807733"/>
                  <a:gd name="connsiteX1" fmla="*/ 1014926 w 3752106"/>
                  <a:gd name="connsiteY1" fmla="*/ 208608 h 1807733"/>
                  <a:gd name="connsiteX2" fmla="*/ 1232451 w 3752106"/>
                  <a:gd name="connsiteY2" fmla="*/ 1623113 h 1807733"/>
                  <a:gd name="connsiteX3" fmla="*/ 2482643 w 3752106"/>
                  <a:gd name="connsiteY3" fmla="*/ 1636581 h 1807733"/>
                  <a:gd name="connsiteX4" fmla="*/ 2712419 w 3752106"/>
                  <a:gd name="connsiteY4" fmla="*/ 206870 h 1807733"/>
                  <a:gd name="connsiteX5" fmla="*/ 3752106 w 3752106"/>
                  <a:gd name="connsiteY5" fmla="*/ 7868 h 1807733"/>
                  <a:gd name="connsiteX0" fmla="*/ 0 w 3752106"/>
                  <a:gd name="connsiteY0" fmla="*/ 7868 h 1809017"/>
                  <a:gd name="connsiteX1" fmla="*/ 1014926 w 3752106"/>
                  <a:gd name="connsiteY1" fmla="*/ 208608 h 1809017"/>
                  <a:gd name="connsiteX2" fmla="*/ 1232451 w 3752106"/>
                  <a:gd name="connsiteY2" fmla="*/ 1623113 h 1809017"/>
                  <a:gd name="connsiteX3" fmla="*/ 2482643 w 3752106"/>
                  <a:gd name="connsiteY3" fmla="*/ 1636581 h 1809017"/>
                  <a:gd name="connsiteX4" fmla="*/ 2702915 w 3752106"/>
                  <a:gd name="connsiteY4" fmla="*/ 186883 h 1809017"/>
                  <a:gd name="connsiteX5" fmla="*/ 3752106 w 3752106"/>
                  <a:gd name="connsiteY5" fmla="*/ 7868 h 1809017"/>
                  <a:gd name="connsiteX0" fmla="*/ 0 w 3752106"/>
                  <a:gd name="connsiteY0" fmla="*/ 7868 h 1808375"/>
                  <a:gd name="connsiteX1" fmla="*/ 1014926 w 3752106"/>
                  <a:gd name="connsiteY1" fmla="*/ 208608 h 1808375"/>
                  <a:gd name="connsiteX2" fmla="*/ 1232451 w 3752106"/>
                  <a:gd name="connsiteY2" fmla="*/ 1623113 h 1808375"/>
                  <a:gd name="connsiteX3" fmla="*/ 2482643 w 3752106"/>
                  <a:gd name="connsiteY3" fmla="*/ 1636581 h 1808375"/>
                  <a:gd name="connsiteX4" fmla="*/ 2698164 w 3752106"/>
                  <a:gd name="connsiteY4" fmla="*/ 196876 h 1808375"/>
                  <a:gd name="connsiteX5" fmla="*/ 3752106 w 3752106"/>
                  <a:gd name="connsiteY5" fmla="*/ 7868 h 1808375"/>
                  <a:gd name="connsiteX0" fmla="*/ 0 w 3752106"/>
                  <a:gd name="connsiteY0" fmla="*/ 7868 h 1806774"/>
                  <a:gd name="connsiteX1" fmla="*/ 1014926 w 3752106"/>
                  <a:gd name="connsiteY1" fmla="*/ 208608 h 1806774"/>
                  <a:gd name="connsiteX2" fmla="*/ 1232451 w 3752106"/>
                  <a:gd name="connsiteY2" fmla="*/ 1623113 h 1806774"/>
                  <a:gd name="connsiteX3" fmla="*/ 2482643 w 3752106"/>
                  <a:gd name="connsiteY3" fmla="*/ 1636581 h 1806774"/>
                  <a:gd name="connsiteX4" fmla="*/ 2698164 w 3752106"/>
                  <a:gd name="connsiteY4" fmla="*/ 221859 h 1806774"/>
                  <a:gd name="connsiteX5" fmla="*/ 3752106 w 3752106"/>
                  <a:gd name="connsiteY5" fmla="*/ 7868 h 1806774"/>
                  <a:gd name="connsiteX0" fmla="*/ 0 w 3752106"/>
                  <a:gd name="connsiteY0" fmla="*/ 7868 h 1807413"/>
                  <a:gd name="connsiteX1" fmla="*/ 1014926 w 3752106"/>
                  <a:gd name="connsiteY1" fmla="*/ 208608 h 1807413"/>
                  <a:gd name="connsiteX2" fmla="*/ 1232451 w 3752106"/>
                  <a:gd name="connsiteY2" fmla="*/ 1623113 h 1807413"/>
                  <a:gd name="connsiteX3" fmla="*/ 2482643 w 3752106"/>
                  <a:gd name="connsiteY3" fmla="*/ 1636581 h 1807413"/>
                  <a:gd name="connsiteX4" fmla="*/ 2688661 w 3752106"/>
                  <a:gd name="connsiteY4" fmla="*/ 211865 h 1807413"/>
                  <a:gd name="connsiteX5" fmla="*/ 3752106 w 3752106"/>
                  <a:gd name="connsiteY5" fmla="*/ 7868 h 1807413"/>
                  <a:gd name="connsiteX0" fmla="*/ 0 w 3752106"/>
                  <a:gd name="connsiteY0" fmla="*/ 7868 h 1807413"/>
                  <a:gd name="connsiteX1" fmla="*/ 1014926 w 3752106"/>
                  <a:gd name="connsiteY1" fmla="*/ 208608 h 1807413"/>
                  <a:gd name="connsiteX2" fmla="*/ 1232451 w 3752106"/>
                  <a:gd name="connsiteY2" fmla="*/ 1623113 h 1807413"/>
                  <a:gd name="connsiteX3" fmla="*/ 2482643 w 3752106"/>
                  <a:gd name="connsiteY3" fmla="*/ 1636581 h 1807413"/>
                  <a:gd name="connsiteX4" fmla="*/ 2702916 w 3752106"/>
                  <a:gd name="connsiteY4" fmla="*/ 211865 h 1807413"/>
                  <a:gd name="connsiteX5" fmla="*/ 3752106 w 3752106"/>
                  <a:gd name="connsiteY5" fmla="*/ 7868 h 1807413"/>
                  <a:gd name="connsiteX0" fmla="*/ 0 w 3752106"/>
                  <a:gd name="connsiteY0" fmla="*/ 7868 h 1807093"/>
                  <a:gd name="connsiteX1" fmla="*/ 1014926 w 3752106"/>
                  <a:gd name="connsiteY1" fmla="*/ 208608 h 1807093"/>
                  <a:gd name="connsiteX2" fmla="*/ 1232451 w 3752106"/>
                  <a:gd name="connsiteY2" fmla="*/ 1623113 h 1807093"/>
                  <a:gd name="connsiteX3" fmla="*/ 2482643 w 3752106"/>
                  <a:gd name="connsiteY3" fmla="*/ 1636581 h 1807093"/>
                  <a:gd name="connsiteX4" fmla="*/ 2731426 w 3752106"/>
                  <a:gd name="connsiteY4" fmla="*/ 216861 h 1807093"/>
                  <a:gd name="connsiteX5" fmla="*/ 3752106 w 3752106"/>
                  <a:gd name="connsiteY5" fmla="*/ 7868 h 1807093"/>
                  <a:gd name="connsiteX0" fmla="*/ 0 w 3752106"/>
                  <a:gd name="connsiteY0" fmla="*/ 7868 h 1807093"/>
                  <a:gd name="connsiteX1" fmla="*/ 1014926 w 3752106"/>
                  <a:gd name="connsiteY1" fmla="*/ 208608 h 1807093"/>
                  <a:gd name="connsiteX2" fmla="*/ 1232451 w 3752106"/>
                  <a:gd name="connsiteY2" fmla="*/ 1623113 h 1807093"/>
                  <a:gd name="connsiteX3" fmla="*/ 2482643 w 3752106"/>
                  <a:gd name="connsiteY3" fmla="*/ 1636581 h 1807093"/>
                  <a:gd name="connsiteX4" fmla="*/ 2707668 w 3752106"/>
                  <a:gd name="connsiteY4" fmla="*/ 216861 h 1807093"/>
                  <a:gd name="connsiteX5" fmla="*/ 3752106 w 3752106"/>
                  <a:gd name="connsiteY5" fmla="*/ 7868 h 1807093"/>
                  <a:gd name="connsiteX0" fmla="*/ 0 w 3752106"/>
                  <a:gd name="connsiteY0" fmla="*/ 7868 h 1807413"/>
                  <a:gd name="connsiteX1" fmla="*/ 1014926 w 3752106"/>
                  <a:gd name="connsiteY1" fmla="*/ 208608 h 1807413"/>
                  <a:gd name="connsiteX2" fmla="*/ 1232451 w 3752106"/>
                  <a:gd name="connsiteY2" fmla="*/ 1623113 h 1807413"/>
                  <a:gd name="connsiteX3" fmla="*/ 2482643 w 3752106"/>
                  <a:gd name="connsiteY3" fmla="*/ 1636581 h 1807413"/>
                  <a:gd name="connsiteX4" fmla="*/ 2726675 w 3752106"/>
                  <a:gd name="connsiteY4" fmla="*/ 211864 h 1807413"/>
                  <a:gd name="connsiteX5" fmla="*/ 3752106 w 3752106"/>
                  <a:gd name="connsiteY5" fmla="*/ 7868 h 1807413"/>
                  <a:gd name="connsiteX0" fmla="*/ 0 w 3752106"/>
                  <a:gd name="connsiteY0" fmla="*/ 7868 h 1807413"/>
                  <a:gd name="connsiteX1" fmla="*/ 1014926 w 3752106"/>
                  <a:gd name="connsiteY1" fmla="*/ 208608 h 1807413"/>
                  <a:gd name="connsiteX2" fmla="*/ 1232451 w 3752106"/>
                  <a:gd name="connsiteY2" fmla="*/ 1623113 h 1807413"/>
                  <a:gd name="connsiteX3" fmla="*/ 2482643 w 3752106"/>
                  <a:gd name="connsiteY3" fmla="*/ 1636581 h 1807413"/>
                  <a:gd name="connsiteX4" fmla="*/ 2726675 w 3752106"/>
                  <a:gd name="connsiteY4" fmla="*/ 211864 h 1807413"/>
                  <a:gd name="connsiteX5" fmla="*/ 3752106 w 3752106"/>
                  <a:gd name="connsiteY5" fmla="*/ 7868 h 1807413"/>
                  <a:gd name="connsiteX0" fmla="*/ 0 w 3752106"/>
                  <a:gd name="connsiteY0" fmla="*/ 12554 h 1812099"/>
                  <a:gd name="connsiteX1" fmla="*/ 1014926 w 3752106"/>
                  <a:gd name="connsiteY1" fmla="*/ 213294 h 1812099"/>
                  <a:gd name="connsiteX2" fmla="*/ 1232451 w 3752106"/>
                  <a:gd name="connsiteY2" fmla="*/ 1627799 h 1812099"/>
                  <a:gd name="connsiteX3" fmla="*/ 2482643 w 3752106"/>
                  <a:gd name="connsiteY3" fmla="*/ 1641267 h 1812099"/>
                  <a:gd name="connsiteX4" fmla="*/ 2726675 w 3752106"/>
                  <a:gd name="connsiteY4" fmla="*/ 216550 h 1812099"/>
                  <a:gd name="connsiteX5" fmla="*/ 3752106 w 3752106"/>
                  <a:gd name="connsiteY5" fmla="*/ 12554 h 1812099"/>
                  <a:gd name="connsiteX0" fmla="*/ 0 w 3752106"/>
                  <a:gd name="connsiteY0" fmla="*/ 14293 h 1813838"/>
                  <a:gd name="connsiteX1" fmla="*/ 1014926 w 3752106"/>
                  <a:gd name="connsiteY1" fmla="*/ 215033 h 1813838"/>
                  <a:gd name="connsiteX2" fmla="*/ 1232451 w 3752106"/>
                  <a:gd name="connsiteY2" fmla="*/ 1629538 h 1813838"/>
                  <a:gd name="connsiteX3" fmla="*/ 2482643 w 3752106"/>
                  <a:gd name="connsiteY3" fmla="*/ 1643006 h 1813838"/>
                  <a:gd name="connsiteX4" fmla="*/ 2726675 w 3752106"/>
                  <a:gd name="connsiteY4" fmla="*/ 218289 h 1813838"/>
                  <a:gd name="connsiteX5" fmla="*/ 3752106 w 3752106"/>
                  <a:gd name="connsiteY5" fmla="*/ 14293 h 1813838"/>
                  <a:gd name="connsiteX0" fmla="*/ 0 w 3752106"/>
                  <a:gd name="connsiteY0" fmla="*/ 12555 h 1812100"/>
                  <a:gd name="connsiteX1" fmla="*/ 1014926 w 3752106"/>
                  <a:gd name="connsiteY1" fmla="*/ 213295 h 1812100"/>
                  <a:gd name="connsiteX2" fmla="*/ 1232451 w 3752106"/>
                  <a:gd name="connsiteY2" fmla="*/ 1627800 h 1812100"/>
                  <a:gd name="connsiteX3" fmla="*/ 2482643 w 3752106"/>
                  <a:gd name="connsiteY3" fmla="*/ 1641268 h 1812100"/>
                  <a:gd name="connsiteX4" fmla="*/ 2726675 w 3752106"/>
                  <a:gd name="connsiteY4" fmla="*/ 216551 h 1812100"/>
                  <a:gd name="connsiteX5" fmla="*/ 3752106 w 3752106"/>
                  <a:gd name="connsiteY5" fmla="*/ 12555 h 1812100"/>
                  <a:gd name="connsiteX0" fmla="*/ 0 w 3752106"/>
                  <a:gd name="connsiteY0" fmla="*/ 8582 h 1808127"/>
                  <a:gd name="connsiteX1" fmla="*/ 1014926 w 3752106"/>
                  <a:gd name="connsiteY1" fmla="*/ 209322 h 1808127"/>
                  <a:gd name="connsiteX2" fmla="*/ 1232451 w 3752106"/>
                  <a:gd name="connsiteY2" fmla="*/ 1623827 h 1808127"/>
                  <a:gd name="connsiteX3" fmla="*/ 2482643 w 3752106"/>
                  <a:gd name="connsiteY3" fmla="*/ 1637295 h 1808127"/>
                  <a:gd name="connsiteX4" fmla="*/ 2726675 w 3752106"/>
                  <a:gd name="connsiteY4" fmla="*/ 212578 h 1808127"/>
                  <a:gd name="connsiteX5" fmla="*/ 3752106 w 3752106"/>
                  <a:gd name="connsiteY5" fmla="*/ 8582 h 1808127"/>
                  <a:gd name="connsiteX0" fmla="*/ 0 w 3752106"/>
                  <a:gd name="connsiteY0" fmla="*/ 7869 h 1807414"/>
                  <a:gd name="connsiteX1" fmla="*/ 1014926 w 3752106"/>
                  <a:gd name="connsiteY1" fmla="*/ 208609 h 1807414"/>
                  <a:gd name="connsiteX2" fmla="*/ 1232451 w 3752106"/>
                  <a:gd name="connsiteY2" fmla="*/ 1623114 h 1807414"/>
                  <a:gd name="connsiteX3" fmla="*/ 2482643 w 3752106"/>
                  <a:gd name="connsiteY3" fmla="*/ 1636582 h 1807414"/>
                  <a:gd name="connsiteX4" fmla="*/ 2726675 w 3752106"/>
                  <a:gd name="connsiteY4" fmla="*/ 211865 h 1807414"/>
                  <a:gd name="connsiteX5" fmla="*/ 3752106 w 3752106"/>
                  <a:gd name="connsiteY5" fmla="*/ 7869 h 1807414"/>
                  <a:gd name="connsiteX0" fmla="*/ 0 w 3718844"/>
                  <a:gd name="connsiteY0" fmla="*/ 7869 h 1807414"/>
                  <a:gd name="connsiteX1" fmla="*/ 1014926 w 3718844"/>
                  <a:gd name="connsiteY1" fmla="*/ 208609 h 1807414"/>
                  <a:gd name="connsiteX2" fmla="*/ 1232451 w 3718844"/>
                  <a:gd name="connsiteY2" fmla="*/ 1623114 h 1807414"/>
                  <a:gd name="connsiteX3" fmla="*/ 2482643 w 3718844"/>
                  <a:gd name="connsiteY3" fmla="*/ 1636582 h 1807414"/>
                  <a:gd name="connsiteX4" fmla="*/ 2726675 w 3718844"/>
                  <a:gd name="connsiteY4" fmla="*/ 211865 h 1807414"/>
                  <a:gd name="connsiteX5" fmla="*/ 3718844 w 3718844"/>
                  <a:gd name="connsiteY5" fmla="*/ 7869 h 1807414"/>
                  <a:gd name="connsiteX0" fmla="*/ 0 w 3718844"/>
                  <a:gd name="connsiteY0" fmla="*/ 22705 h 1822250"/>
                  <a:gd name="connsiteX1" fmla="*/ 1014926 w 3718844"/>
                  <a:gd name="connsiteY1" fmla="*/ 223445 h 1822250"/>
                  <a:gd name="connsiteX2" fmla="*/ 1232451 w 3718844"/>
                  <a:gd name="connsiteY2" fmla="*/ 1637950 h 1822250"/>
                  <a:gd name="connsiteX3" fmla="*/ 2482643 w 3718844"/>
                  <a:gd name="connsiteY3" fmla="*/ 1651418 h 1822250"/>
                  <a:gd name="connsiteX4" fmla="*/ 2726675 w 3718844"/>
                  <a:gd name="connsiteY4" fmla="*/ 226701 h 1822250"/>
                  <a:gd name="connsiteX5" fmla="*/ 3718844 w 3718844"/>
                  <a:gd name="connsiteY5" fmla="*/ 22705 h 1822250"/>
                  <a:gd name="connsiteX0" fmla="*/ 0 w 3718844"/>
                  <a:gd name="connsiteY0" fmla="*/ 19825 h 1819370"/>
                  <a:gd name="connsiteX1" fmla="*/ 1014926 w 3718844"/>
                  <a:gd name="connsiteY1" fmla="*/ 220565 h 1819370"/>
                  <a:gd name="connsiteX2" fmla="*/ 1232451 w 3718844"/>
                  <a:gd name="connsiteY2" fmla="*/ 1635070 h 1819370"/>
                  <a:gd name="connsiteX3" fmla="*/ 2482643 w 3718844"/>
                  <a:gd name="connsiteY3" fmla="*/ 1648538 h 1819370"/>
                  <a:gd name="connsiteX4" fmla="*/ 2726675 w 3718844"/>
                  <a:gd name="connsiteY4" fmla="*/ 223821 h 1819370"/>
                  <a:gd name="connsiteX5" fmla="*/ 3718844 w 3718844"/>
                  <a:gd name="connsiteY5" fmla="*/ 24822 h 1819370"/>
                  <a:gd name="connsiteX0" fmla="*/ 0 w 3718844"/>
                  <a:gd name="connsiteY0" fmla="*/ 7869 h 1807414"/>
                  <a:gd name="connsiteX1" fmla="*/ 1014926 w 3718844"/>
                  <a:gd name="connsiteY1" fmla="*/ 208609 h 1807414"/>
                  <a:gd name="connsiteX2" fmla="*/ 1232451 w 3718844"/>
                  <a:gd name="connsiteY2" fmla="*/ 1623114 h 1807414"/>
                  <a:gd name="connsiteX3" fmla="*/ 2482643 w 3718844"/>
                  <a:gd name="connsiteY3" fmla="*/ 1636582 h 1807414"/>
                  <a:gd name="connsiteX4" fmla="*/ 2726675 w 3718844"/>
                  <a:gd name="connsiteY4" fmla="*/ 211865 h 1807414"/>
                  <a:gd name="connsiteX5" fmla="*/ 3718844 w 3718844"/>
                  <a:gd name="connsiteY5" fmla="*/ 12866 h 1807414"/>
                  <a:gd name="connsiteX0" fmla="*/ 0 w 3690334"/>
                  <a:gd name="connsiteY0" fmla="*/ 9329 h 1808874"/>
                  <a:gd name="connsiteX1" fmla="*/ 1014926 w 3690334"/>
                  <a:gd name="connsiteY1" fmla="*/ 210069 h 1808874"/>
                  <a:gd name="connsiteX2" fmla="*/ 1232451 w 3690334"/>
                  <a:gd name="connsiteY2" fmla="*/ 1624574 h 1808874"/>
                  <a:gd name="connsiteX3" fmla="*/ 2482643 w 3690334"/>
                  <a:gd name="connsiteY3" fmla="*/ 1638042 h 1808874"/>
                  <a:gd name="connsiteX4" fmla="*/ 2726675 w 3690334"/>
                  <a:gd name="connsiteY4" fmla="*/ 213325 h 1808874"/>
                  <a:gd name="connsiteX5" fmla="*/ 3690334 w 3690334"/>
                  <a:gd name="connsiteY5" fmla="*/ 4333 h 1808874"/>
                  <a:gd name="connsiteX0" fmla="*/ 0 w 3690334"/>
                  <a:gd name="connsiteY0" fmla="*/ 9329 h 1826038"/>
                  <a:gd name="connsiteX1" fmla="*/ 1014926 w 3690334"/>
                  <a:gd name="connsiteY1" fmla="*/ 210069 h 1826038"/>
                  <a:gd name="connsiteX2" fmla="*/ 1232451 w 3690334"/>
                  <a:gd name="connsiteY2" fmla="*/ 1624574 h 1826038"/>
                  <a:gd name="connsiteX3" fmla="*/ 1853336 w 3690334"/>
                  <a:gd name="connsiteY3" fmla="*/ 1808394 h 1826038"/>
                  <a:gd name="connsiteX4" fmla="*/ 2482643 w 3690334"/>
                  <a:gd name="connsiteY4" fmla="*/ 1638042 h 1826038"/>
                  <a:gd name="connsiteX5" fmla="*/ 2726675 w 3690334"/>
                  <a:gd name="connsiteY5" fmla="*/ 213325 h 1826038"/>
                  <a:gd name="connsiteX6" fmla="*/ 3690334 w 3690334"/>
                  <a:gd name="connsiteY6" fmla="*/ 4333 h 1826038"/>
                  <a:gd name="connsiteX0" fmla="*/ 0 w 3690334"/>
                  <a:gd name="connsiteY0" fmla="*/ 9329 h 1826038"/>
                  <a:gd name="connsiteX1" fmla="*/ 1014926 w 3690334"/>
                  <a:gd name="connsiteY1" fmla="*/ 210069 h 1826038"/>
                  <a:gd name="connsiteX2" fmla="*/ 1232451 w 3690334"/>
                  <a:gd name="connsiteY2" fmla="*/ 1624574 h 1826038"/>
                  <a:gd name="connsiteX3" fmla="*/ 1853336 w 3690334"/>
                  <a:gd name="connsiteY3" fmla="*/ 1808394 h 1826038"/>
                  <a:gd name="connsiteX4" fmla="*/ 2482643 w 3690334"/>
                  <a:gd name="connsiteY4" fmla="*/ 1638042 h 1826038"/>
                  <a:gd name="connsiteX5" fmla="*/ 2726675 w 3690334"/>
                  <a:gd name="connsiteY5" fmla="*/ 213325 h 1826038"/>
                  <a:gd name="connsiteX6" fmla="*/ 3690334 w 3690334"/>
                  <a:gd name="connsiteY6" fmla="*/ 4333 h 1826038"/>
                  <a:gd name="connsiteX0" fmla="*/ 0 w 3690334"/>
                  <a:gd name="connsiteY0" fmla="*/ 9329 h 1826038"/>
                  <a:gd name="connsiteX1" fmla="*/ 1014926 w 3690334"/>
                  <a:gd name="connsiteY1" fmla="*/ 210069 h 1826038"/>
                  <a:gd name="connsiteX2" fmla="*/ 1232451 w 3690334"/>
                  <a:gd name="connsiteY2" fmla="*/ 1624574 h 1826038"/>
                  <a:gd name="connsiteX3" fmla="*/ 1853336 w 3690334"/>
                  <a:gd name="connsiteY3" fmla="*/ 1808394 h 1826038"/>
                  <a:gd name="connsiteX4" fmla="*/ 2482643 w 3690334"/>
                  <a:gd name="connsiteY4" fmla="*/ 1638042 h 1826038"/>
                  <a:gd name="connsiteX5" fmla="*/ 2726675 w 3690334"/>
                  <a:gd name="connsiteY5" fmla="*/ 213325 h 1826038"/>
                  <a:gd name="connsiteX6" fmla="*/ 3690334 w 3690334"/>
                  <a:gd name="connsiteY6" fmla="*/ 4333 h 1826038"/>
                  <a:gd name="connsiteX0" fmla="*/ 0 w 3690334"/>
                  <a:gd name="connsiteY0" fmla="*/ 9329 h 1855468"/>
                  <a:gd name="connsiteX1" fmla="*/ 1014926 w 3690334"/>
                  <a:gd name="connsiteY1" fmla="*/ 210069 h 1855468"/>
                  <a:gd name="connsiteX2" fmla="*/ 1232451 w 3690334"/>
                  <a:gd name="connsiteY2" fmla="*/ 1624574 h 1855468"/>
                  <a:gd name="connsiteX3" fmla="*/ 1853336 w 3690334"/>
                  <a:gd name="connsiteY3" fmla="*/ 1848368 h 1855468"/>
                  <a:gd name="connsiteX4" fmla="*/ 2482643 w 3690334"/>
                  <a:gd name="connsiteY4" fmla="*/ 1638042 h 1855468"/>
                  <a:gd name="connsiteX5" fmla="*/ 2726675 w 3690334"/>
                  <a:gd name="connsiteY5" fmla="*/ 213325 h 1855468"/>
                  <a:gd name="connsiteX6" fmla="*/ 3690334 w 3690334"/>
                  <a:gd name="connsiteY6" fmla="*/ 4333 h 1855468"/>
                  <a:gd name="connsiteX0" fmla="*/ 0 w 3690334"/>
                  <a:gd name="connsiteY0" fmla="*/ 9329 h 1880903"/>
                  <a:gd name="connsiteX1" fmla="*/ 1014926 w 3690334"/>
                  <a:gd name="connsiteY1" fmla="*/ 210069 h 1880903"/>
                  <a:gd name="connsiteX2" fmla="*/ 1232451 w 3690334"/>
                  <a:gd name="connsiteY2" fmla="*/ 1624574 h 1880903"/>
                  <a:gd name="connsiteX3" fmla="*/ 1853336 w 3690334"/>
                  <a:gd name="connsiteY3" fmla="*/ 1878348 h 1880903"/>
                  <a:gd name="connsiteX4" fmla="*/ 2482643 w 3690334"/>
                  <a:gd name="connsiteY4" fmla="*/ 1638042 h 1880903"/>
                  <a:gd name="connsiteX5" fmla="*/ 2726675 w 3690334"/>
                  <a:gd name="connsiteY5" fmla="*/ 213325 h 1880903"/>
                  <a:gd name="connsiteX6" fmla="*/ 3690334 w 3690334"/>
                  <a:gd name="connsiteY6" fmla="*/ 4333 h 1880903"/>
                  <a:gd name="connsiteX0" fmla="*/ 0 w 3690334"/>
                  <a:gd name="connsiteY0" fmla="*/ 9329 h 1819438"/>
                  <a:gd name="connsiteX1" fmla="*/ 1014926 w 3690334"/>
                  <a:gd name="connsiteY1" fmla="*/ 210069 h 1819438"/>
                  <a:gd name="connsiteX2" fmla="*/ 1232451 w 3690334"/>
                  <a:gd name="connsiteY2" fmla="*/ 1624574 h 1819438"/>
                  <a:gd name="connsiteX3" fmla="*/ 1858088 w 3690334"/>
                  <a:gd name="connsiteY3" fmla="*/ 1798401 h 1819438"/>
                  <a:gd name="connsiteX4" fmla="*/ 2482643 w 3690334"/>
                  <a:gd name="connsiteY4" fmla="*/ 1638042 h 1819438"/>
                  <a:gd name="connsiteX5" fmla="*/ 2726675 w 3690334"/>
                  <a:gd name="connsiteY5" fmla="*/ 213325 h 1819438"/>
                  <a:gd name="connsiteX6" fmla="*/ 3690334 w 3690334"/>
                  <a:gd name="connsiteY6" fmla="*/ 4333 h 1819438"/>
                  <a:gd name="connsiteX0" fmla="*/ 0 w 3690334"/>
                  <a:gd name="connsiteY0" fmla="*/ 9329 h 1818240"/>
                  <a:gd name="connsiteX1" fmla="*/ 1014926 w 3690334"/>
                  <a:gd name="connsiteY1" fmla="*/ 210069 h 1818240"/>
                  <a:gd name="connsiteX2" fmla="*/ 1232451 w 3690334"/>
                  <a:gd name="connsiteY2" fmla="*/ 1624574 h 1818240"/>
                  <a:gd name="connsiteX3" fmla="*/ 1858088 w 3690334"/>
                  <a:gd name="connsiteY3" fmla="*/ 1798401 h 1818240"/>
                  <a:gd name="connsiteX4" fmla="*/ 2515906 w 3690334"/>
                  <a:gd name="connsiteY4" fmla="*/ 1558095 h 1818240"/>
                  <a:gd name="connsiteX5" fmla="*/ 2726675 w 3690334"/>
                  <a:gd name="connsiteY5" fmla="*/ 213325 h 1818240"/>
                  <a:gd name="connsiteX6" fmla="*/ 3690334 w 3690334"/>
                  <a:gd name="connsiteY6" fmla="*/ 4333 h 1818240"/>
                  <a:gd name="connsiteX0" fmla="*/ 0 w 3690334"/>
                  <a:gd name="connsiteY0" fmla="*/ 9329 h 1799727"/>
                  <a:gd name="connsiteX1" fmla="*/ 1014926 w 3690334"/>
                  <a:gd name="connsiteY1" fmla="*/ 210069 h 1799727"/>
                  <a:gd name="connsiteX2" fmla="*/ 1199189 w 3690334"/>
                  <a:gd name="connsiteY2" fmla="*/ 1544626 h 1799727"/>
                  <a:gd name="connsiteX3" fmla="*/ 1858088 w 3690334"/>
                  <a:gd name="connsiteY3" fmla="*/ 1798401 h 1799727"/>
                  <a:gd name="connsiteX4" fmla="*/ 2515906 w 3690334"/>
                  <a:gd name="connsiteY4" fmla="*/ 1558095 h 1799727"/>
                  <a:gd name="connsiteX5" fmla="*/ 2726675 w 3690334"/>
                  <a:gd name="connsiteY5" fmla="*/ 213325 h 1799727"/>
                  <a:gd name="connsiteX6" fmla="*/ 3690334 w 3690334"/>
                  <a:gd name="connsiteY6" fmla="*/ 4333 h 1799727"/>
                  <a:gd name="connsiteX0" fmla="*/ 0 w 3690334"/>
                  <a:gd name="connsiteY0" fmla="*/ 9329 h 1798918"/>
                  <a:gd name="connsiteX1" fmla="*/ 1014926 w 3690334"/>
                  <a:gd name="connsiteY1" fmla="*/ 210069 h 1798918"/>
                  <a:gd name="connsiteX2" fmla="*/ 1199189 w 3690334"/>
                  <a:gd name="connsiteY2" fmla="*/ 1544626 h 1798918"/>
                  <a:gd name="connsiteX3" fmla="*/ 1858088 w 3690334"/>
                  <a:gd name="connsiteY3" fmla="*/ 1798401 h 1798918"/>
                  <a:gd name="connsiteX4" fmla="*/ 2525409 w 3690334"/>
                  <a:gd name="connsiteY4" fmla="*/ 1533111 h 1798918"/>
                  <a:gd name="connsiteX5" fmla="*/ 2726675 w 3690334"/>
                  <a:gd name="connsiteY5" fmla="*/ 213325 h 1798918"/>
                  <a:gd name="connsiteX6" fmla="*/ 3690334 w 3690334"/>
                  <a:gd name="connsiteY6" fmla="*/ 4333 h 1798918"/>
                  <a:gd name="connsiteX0" fmla="*/ 0 w 3690334"/>
                  <a:gd name="connsiteY0" fmla="*/ 9329 h 1798668"/>
                  <a:gd name="connsiteX1" fmla="*/ 1014926 w 3690334"/>
                  <a:gd name="connsiteY1" fmla="*/ 210069 h 1798668"/>
                  <a:gd name="connsiteX2" fmla="*/ 1199189 w 3690334"/>
                  <a:gd name="connsiteY2" fmla="*/ 1544626 h 1798668"/>
                  <a:gd name="connsiteX3" fmla="*/ 1858088 w 3690334"/>
                  <a:gd name="connsiteY3" fmla="*/ 1798401 h 1798668"/>
                  <a:gd name="connsiteX4" fmla="*/ 2525409 w 3690334"/>
                  <a:gd name="connsiteY4" fmla="*/ 1548101 h 1798668"/>
                  <a:gd name="connsiteX5" fmla="*/ 2726675 w 3690334"/>
                  <a:gd name="connsiteY5" fmla="*/ 213325 h 1798668"/>
                  <a:gd name="connsiteX6" fmla="*/ 3690334 w 3690334"/>
                  <a:gd name="connsiteY6" fmla="*/ 4333 h 1798668"/>
                  <a:gd name="connsiteX0" fmla="*/ 0 w 2726675"/>
                  <a:gd name="connsiteY0" fmla="*/ 7869 h 1797208"/>
                  <a:gd name="connsiteX1" fmla="*/ 1014926 w 2726675"/>
                  <a:gd name="connsiteY1" fmla="*/ 208609 h 1797208"/>
                  <a:gd name="connsiteX2" fmla="*/ 1199189 w 2726675"/>
                  <a:gd name="connsiteY2" fmla="*/ 1543166 h 1797208"/>
                  <a:gd name="connsiteX3" fmla="*/ 1858088 w 2726675"/>
                  <a:gd name="connsiteY3" fmla="*/ 1796941 h 1797208"/>
                  <a:gd name="connsiteX4" fmla="*/ 2525409 w 2726675"/>
                  <a:gd name="connsiteY4" fmla="*/ 1546641 h 1797208"/>
                  <a:gd name="connsiteX5" fmla="*/ 2726675 w 2726675"/>
                  <a:gd name="connsiteY5" fmla="*/ 211865 h 1797208"/>
                  <a:gd name="connsiteX0" fmla="*/ 0 w 2525409"/>
                  <a:gd name="connsiteY0" fmla="*/ 7869 h 1797208"/>
                  <a:gd name="connsiteX1" fmla="*/ 1014926 w 2525409"/>
                  <a:gd name="connsiteY1" fmla="*/ 208609 h 1797208"/>
                  <a:gd name="connsiteX2" fmla="*/ 1199189 w 2525409"/>
                  <a:gd name="connsiteY2" fmla="*/ 1543166 h 1797208"/>
                  <a:gd name="connsiteX3" fmla="*/ 1858088 w 2525409"/>
                  <a:gd name="connsiteY3" fmla="*/ 1796941 h 1797208"/>
                  <a:gd name="connsiteX4" fmla="*/ 2525409 w 2525409"/>
                  <a:gd name="connsiteY4" fmla="*/ 1546641 h 1797208"/>
                  <a:gd name="connsiteX0" fmla="*/ 0 w 1858088"/>
                  <a:gd name="connsiteY0" fmla="*/ 7869 h 1796941"/>
                  <a:gd name="connsiteX1" fmla="*/ 1014926 w 1858088"/>
                  <a:gd name="connsiteY1" fmla="*/ 208609 h 1796941"/>
                  <a:gd name="connsiteX2" fmla="*/ 1199189 w 1858088"/>
                  <a:gd name="connsiteY2" fmla="*/ 1543166 h 1796941"/>
                  <a:gd name="connsiteX3" fmla="*/ 1858088 w 1858088"/>
                  <a:gd name="connsiteY3" fmla="*/ 1796941 h 1796941"/>
                  <a:gd name="connsiteX0" fmla="*/ 0 w 1858088"/>
                  <a:gd name="connsiteY0" fmla="*/ 0 h 1789072"/>
                  <a:gd name="connsiteX1" fmla="*/ 935955 w 1858088"/>
                  <a:gd name="connsiteY1" fmla="*/ 64305 h 1789072"/>
                  <a:gd name="connsiteX2" fmla="*/ 1014926 w 1858088"/>
                  <a:gd name="connsiteY2" fmla="*/ 200740 h 1789072"/>
                  <a:gd name="connsiteX3" fmla="*/ 1199189 w 1858088"/>
                  <a:gd name="connsiteY3" fmla="*/ 1535297 h 1789072"/>
                  <a:gd name="connsiteX4" fmla="*/ 1858088 w 1858088"/>
                  <a:gd name="connsiteY4" fmla="*/ 1789072 h 1789072"/>
                  <a:gd name="connsiteX0" fmla="*/ 0 w 1858088"/>
                  <a:gd name="connsiteY0" fmla="*/ 0 h 1789072"/>
                  <a:gd name="connsiteX1" fmla="*/ 796496 w 1858088"/>
                  <a:gd name="connsiteY1" fmla="*/ 47051 h 1789072"/>
                  <a:gd name="connsiteX2" fmla="*/ 935955 w 1858088"/>
                  <a:gd name="connsiteY2" fmla="*/ 64305 h 1789072"/>
                  <a:gd name="connsiteX3" fmla="*/ 1014926 w 1858088"/>
                  <a:gd name="connsiteY3" fmla="*/ 200740 h 1789072"/>
                  <a:gd name="connsiteX4" fmla="*/ 1199189 w 1858088"/>
                  <a:gd name="connsiteY4" fmla="*/ 1535297 h 1789072"/>
                  <a:gd name="connsiteX5" fmla="*/ 1858088 w 1858088"/>
                  <a:gd name="connsiteY5" fmla="*/ 1789072 h 1789072"/>
                  <a:gd name="connsiteX0" fmla="*/ 0 w 1858088"/>
                  <a:gd name="connsiteY0" fmla="*/ 0 h 1789072"/>
                  <a:gd name="connsiteX1" fmla="*/ 796496 w 1858088"/>
                  <a:gd name="connsiteY1" fmla="*/ 16858 h 1789072"/>
                  <a:gd name="connsiteX2" fmla="*/ 935955 w 1858088"/>
                  <a:gd name="connsiteY2" fmla="*/ 64305 h 1789072"/>
                  <a:gd name="connsiteX3" fmla="*/ 1014926 w 1858088"/>
                  <a:gd name="connsiteY3" fmla="*/ 200740 h 1789072"/>
                  <a:gd name="connsiteX4" fmla="*/ 1199189 w 1858088"/>
                  <a:gd name="connsiteY4" fmla="*/ 1535297 h 1789072"/>
                  <a:gd name="connsiteX5" fmla="*/ 1858088 w 1858088"/>
                  <a:gd name="connsiteY5" fmla="*/ 1789072 h 1789072"/>
                  <a:gd name="connsiteX0" fmla="*/ 0 w 1858088"/>
                  <a:gd name="connsiteY0" fmla="*/ 0 h 1789072"/>
                  <a:gd name="connsiteX1" fmla="*/ 796496 w 1858088"/>
                  <a:gd name="connsiteY1" fmla="*/ 16858 h 1789072"/>
                  <a:gd name="connsiteX2" fmla="*/ 972870 w 1858088"/>
                  <a:gd name="connsiteY2" fmla="*/ 51365 h 1789072"/>
                  <a:gd name="connsiteX3" fmla="*/ 1014926 w 1858088"/>
                  <a:gd name="connsiteY3" fmla="*/ 200740 h 1789072"/>
                  <a:gd name="connsiteX4" fmla="*/ 1199189 w 1858088"/>
                  <a:gd name="connsiteY4" fmla="*/ 1535297 h 1789072"/>
                  <a:gd name="connsiteX5" fmla="*/ 1858088 w 1858088"/>
                  <a:gd name="connsiteY5" fmla="*/ 1789072 h 1789072"/>
                  <a:gd name="connsiteX0" fmla="*/ 0 w 1858088"/>
                  <a:gd name="connsiteY0" fmla="*/ 0 h 1789072"/>
                  <a:gd name="connsiteX1" fmla="*/ 796496 w 1858088"/>
                  <a:gd name="connsiteY1" fmla="*/ 16858 h 1789072"/>
                  <a:gd name="connsiteX2" fmla="*/ 972870 w 1858088"/>
                  <a:gd name="connsiteY2" fmla="*/ 51365 h 1789072"/>
                  <a:gd name="connsiteX3" fmla="*/ 1014926 w 1858088"/>
                  <a:gd name="connsiteY3" fmla="*/ 200740 h 1789072"/>
                  <a:gd name="connsiteX4" fmla="*/ 1199189 w 1858088"/>
                  <a:gd name="connsiteY4" fmla="*/ 1535297 h 1789072"/>
                  <a:gd name="connsiteX5" fmla="*/ 1858088 w 1858088"/>
                  <a:gd name="connsiteY5" fmla="*/ 1789072 h 1789072"/>
                  <a:gd name="connsiteX0" fmla="*/ 0 w 1858088"/>
                  <a:gd name="connsiteY0" fmla="*/ 0 h 1789072"/>
                  <a:gd name="connsiteX1" fmla="*/ 796496 w 1858088"/>
                  <a:gd name="connsiteY1" fmla="*/ 16858 h 1789072"/>
                  <a:gd name="connsiteX2" fmla="*/ 1014926 w 1858088"/>
                  <a:gd name="connsiteY2" fmla="*/ 200740 h 1789072"/>
                  <a:gd name="connsiteX3" fmla="*/ 1199189 w 1858088"/>
                  <a:gd name="connsiteY3" fmla="*/ 1535297 h 1789072"/>
                  <a:gd name="connsiteX4" fmla="*/ 1858088 w 1858088"/>
                  <a:gd name="connsiteY4" fmla="*/ 1789072 h 1789072"/>
                  <a:gd name="connsiteX0" fmla="*/ 0 w 1858088"/>
                  <a:gd name="connsiteY0" fmla="*/ 0 h 1789072"/>
                  <a:gd name="connsiteX1" fmla="*/ 796496 w 1858088"/>
                  <a:gd name="connsiteY1" fmla="*/ 16858 h 1789072"/>
                  <a:gd name="connsiteX2" fmla="*/ 1014926 w 1858088"/>
                  <a:gd name="connsiteY2" fmla="*/ 200740 h 1789072"/>
                  <a:gd name="connsiteX3" fmla="*/ 1199189 w 1858088"/>
                  <a:gd name="connsiteY3" fmla="*/ 1535297 h 1789072"/>
                  <a:gd name="connsiteX4" fmla="*/ 1858088 w 1858088"/>
                  <a:gd name="connsiteY4" fmla="*/ 1789072 h 1789072"/>
                  <a:gd name="connsiteX0" fmla="*/ 0 w 1858088"/>
                  <a:gd name="connsiteY0" fmla="*/ 0 h 1789072"/>
                  <a:gd name="connsiteX1" fmla="*/ 1014926 w 1858088"/>
                  <a:gd name="connsiteY1" fmla="*/ 200740 h 1789072"/>
                  <a:gd name="connsiteX2" fmla="*/ 1199189 w 1858088"/>
                  <a:gd name="connsiteY2" fmla="*/ 1535297 h 1789072"/>
                  <a:gd name="connsiteX3" fmla="*/ 1858088 w 1858088"/>
                  <a:gd name="connsiteY3" fmla="*/ 1789072 h 1789072"/>
                  <a:gd name="connsiteX0" fmla="*/ 0 w 1858088"/>
                  <a:gd name="connsiteY0" fmla="*/ 0 h 1790959"/>
                  <a:gd name="connsiteX1" fmla="*/ 965706 w 1858088"/>
                  <a:gd name="connsiteY1" fmla="*/ 10959 h 1790959"/>
                  <a:gd name="connsiteX2" fmla="*/ 1199189 w 1858088"/>
                  <a:gd name="connsiteY2" fmla="*/ 1535297 h 1790959"/>
                  <a:gd name="connsiteX3" fmla="*/ 1858088 w 1858088"/>
                  <a:gd name="connsiteY3" fmla="*/ 1789072 h 1790959"/>
                  <a:gd name="connsiteX0" fmla="*/ 0 w 1858088"/>
                  <a:gd name="connsiteY0" fmla="*/ 0 h 1790959"/>
                  <a:gd name="connsiteX1" fmla="*/ 965706 w 1858088"/>
                  <a:gd name="connsiteY1" fmla="*/ 10959 h 1790959"/>
                  <a:gd name="connsiteX2" fmla="*/ 1199189 w 1858088"/>
                  <a:gd name="connsiteY2" fmla="*/ 1535297 h 1790959"/>
                  <a:gd name="connsiteX3" fmla="*/ 1858088 w 1858088"/>
                  <a:gd name="connsiteY3" fmla="*/ 1789072 h 1790959"/>
                  <a:gd name="connsiteX0" fmla="*/ 0 w 1858088"/>
                  <a:gd name="connsiteY0" fmla="*/ 0 h 1790959"/>
                  <a:gd name="connsiteX1" fmla="*/ 965706 w 1858088"/>
                  <a:gd name="connsiteY1" fmla="*/ 10959 h 1790959"/>
                  <a:gd name="connsiteX2" fmla="*/ 1199189 w 1858088"/>
                  <a:gd name="connsiteY2" fmla="*/ 1535297 h 1790959"/>
                  <a:gd name="connsiteX3" fmla="*/ 1858088 w 1858088"/>
                  <a:gd name="connsiteY3" fmla="*/ 1789072 h 1790959"/>
                  <a:gd name="connsiteX0" fmla="*/ 0 w 1858088"/>
                  <a:gd name="connsiteY0" fmla="*/ 0 h 1790959"/>
                  <a:gd name="connsiteX1" fmla="*/ 965706 w 1858088"/>
                  <a:gd name="connsiteY1" fmla="*/ 10959 h 1790959"/>
                  <a:gd name="connsiteX2" fmla="*/ 1199189 w 1858088"/>
                  <a:gd name="connsiteY2" fmla="*/ 1535297 h 1790959"/>
                  <a:gd name="connsiteX3" fmla="*/ 1858088 w 1858088"/>
                  <a:gd name="connsiteY3" fmla="*/ 1789072 h 1790959"/>
                  <a:gd name="connsiteX0" fmla="*/ 0 w 1858088"/>
                  <a:gd name="connsiteY0" fmla="*/ 0 h 1794903"/>
                  <a:gd name="connsiteX1" fmla="*/ 965706 w 1858088"/>
                  <a:gd name="connsiteY1" fmla="*/ 10959 h 1794903"/>
                  <a:gd name="connsiteX2" fmla="*/ 1199189 w 1858088"/>
                  <a:gd name="connsiteY2" fmla="*/ 1535297 h 1794903"/>
                  <a:gd name="connsiteX3" fmla="*/ 1858088 w 1858088"/>
                  <a:gd name="connsiteY3" fmla="*/ 1789072 h 1794903"/>
                  <a:gd name="connsiteX0" fmla="*/ 0 w 1853986"/>
                  <a:gd name="connsiteY0" fmla="*/ 0 h 1806841"/>
                  <a:gd name="connsiteX1" fmla="*/ 965706 w 1853986"/>
                  <a:gd name="connsiteY1" fmla="*/ 10959 h 1806841"/>
                  <a:gd name="connsiteX2" fmla="*/ 1199189 w 1853986"/>
                  <a:gd name="connsiteY2" fmla="*/ 1535297 h 1806841"/>
                  <a:gd name="connsiteX3" fmla="*/ 1853986 w 1853986"/>
                  <a:gd name="connsiteY3" fmla="*/ 1806325 h 1806841"/>
                  <a:gd name="connsiteX0" fmla="*/ 0 w 1853986"/>
                  <a:gd name="connsiteY0" fmla="*/ 0 h 1819312"/>
                  <a:gd name="connsiteX1" fmla="*/ 965706 w 1853986"/>
                  <a:gd name="connsiteY1" fmla="*/ 10959 h 1819312"/>
                  <a:gd name="connsiteX2" fmla="*/ 1199189 w 1853986"/>
                  <a:gd name="connsiteY2" fmla="*/ 1535297 h 1819312"/>
                  <a:gd name="connsiteX3" fmla="*/ 1853986 w 1853986"/>
                  <a:gd name="connsiteY3" fmla="*/ 1819264 h 18193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853986" h="1819312">
                    <a:moveTo>
                      <a:pt x="0" y="0"/>
                    </a:moveTo>
                    <a:lnTo>
                      <a:pt x="965706" y="10959"/>
                    </a:lnTo>
                    <a:cubicBezTo>
                      <a:pt x="1020807" y="301051"/>
                      <a:pt x="1051142" y="1233913"/>
                      <a:pt x="1199189" y="1535297"/>
                    </a:cubicBezTo>
                    <a:cubicBezTo>
                      <a:pt x="1347236" y="1836681"/>
                      <a:pt x="1632949" y="1818685"/>
                      <a:pt x="1853986" y="1819264"/>
                    </a:cubicBezTo>
                  </a:path>
                </a:pathLst>
              </a:custGeom>
              <a:noFill/>
              <a:ln w="12382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5" name="Freeform 14">
                <a:extLst>
                  <a:ext uri="{FF2B5EF4-FFF2-40B4-BE49-F238E27FC236}">
                    <a16:creationId xmlns:a16="http://schemas.microsoft.com/office/drawing/2014/main" id="{90DE8BF4-8EB1-03A1-8476-0BEF73588236}"/>
                  </a:ext>
                </a:extLst>
              </p:cNvPr>
              <p:cNvSpPr/>
              <p:nvPr/>
            </p:nvSpPr>
            <p:spPr>
              <a:xfrm flipH="1">
                <a:off x="5292750" y="2532248"/>
                <a:ext cx="1949562" cy="1819312"/>
              </a:xfrm>
              <a:custGeom>
                <a:avLst/>
                <a:gdLst>
                  <a:gd name="connsiteX0" fmla="*/ 0 w 5009321"/>
                  <a:gd name="connsiteY0" fmla="*/ 312756 h 1821094"/>
                  <a:gd name="connsiteX1" fmla="*/ 1364974 w 5009321"/>
                  <a:gd name="connsiteY1" fmla="*/ 273000 h 1821094"/>
                  <a:gd name="connsiteX2" fmla="*/ 1630017 w 5009321"/>
                  <a:gd name="connsiteY2" fmla="*/ 1571713 h 1821094"/>
                  <a:gd name="connsiteX3" fmla="*/ 2372139 w 5009321"/>
                  <a:gd name="connsiteY3" fmla="*/ 1717487 h 1821094"/>
                  <a:gd name="connsiteX4" fmla="*/ 2849217 w 5009321"/>
                  <a:gd name="connsiteY4" fmla="*/ 1690982 h 1821094"/>
                  <a:gd name="connsiteX5" fmla="*/ 3114261 w 5009321"/>
                  <a:gd name="connsiteY5" fmla="*/ 127226 h 1821094"/>
                  <a:gd name="connsiteX6" fmla="*/ 4691269 w 5009321"/>
                  <a:gd name="connsiteY6" fmla="*/ 87469 h 1821094"/>
                  <a:gd name="connsiteX7" fmla="*/ 5009321 w 5009321"/>
                  <a:gd name="connsiteY7" fmla="*/ 60965 h 1821094"/>
                  <a:gd name="connsiteX0" fmla="*/ 0 w 5261112"/>
                  <a:gd name="connsiteY0" fmla="*/ 100721 h 1821094"/>
                  <a:gd name="connsiteX1" fmla="*/ 1616765 w 5261112"/>
                  <a:gd name="connsiteY1" fmla="*/ 273000 h 1821094"/>
                  <a:gd name="connsiteX2" fmla="*/ 1881808 w 5261112"/>
                  <a:gd name="connsiteY2" fmla="*/ 1571713 h 1821094"/>
                  <a:gd name="connsiteX3" fmla="*/ 2623930 w 5261112"/>
                  <a:gd name="connsiteY3" fmla="*/ 1717487 h 1821094"/>
                  <a:gd name="connsiteX4" fmla="*/ 3101008 w 5261112"/>
                  <a:gd name="connsiteY4" fmla="*/ 1690982 h 1821094"/>
                  <a:gd name="connsiteX5" fmla="*/ 3366052 w 5261112"/>
                  <a:gd name="connsiteY5" fmla="*/ 127226 h 1821094"/>
                  <a:gd name="connsiteX6" fmla="*/ 4943060 w 5261112"/>
                  <a:gd name="connsiteY6" fmla="*/ 87469 h 1821094"/>
                  <a:gd name="connsiteX7" fmla="*/ 5261112 w 5261112"/>
                  <a:gd name="connsiteY7" fmla="*/ 60965 h 1821094"/>
                  <a:gd name="connsiteX0" fmla="*/ 0 w 5261112"/>
                  <a:gd name="connsiteY0" fmla="*/ 100721 h 1821094"/>
                  <a:gd name="connsiteX1" fmla="*/ 1616765 w 5261112"/>
                  <a:gd name="connsiteY1" fmla="*/ 273000 h 1821094"/>
                  <a:gd name="connsiteX2" fmla="*/ 1881808 w 5261112"/>
                  <a:gd name="connsiteY2" fmla="*/ 1571713 h 1821094"/>
                  <a:gd name="connsiteX3" fmla="*/ 2623930 w 5261112"/>
                  <a:gd name="connsiteY3" fmla="*/ 1717487 h 1821094"/>
                  <a:gd name="connsiteX4" fmla="*/ 3101008 w 5261112"/>
                  <a:gd name="connsiteY4" fmla="*/ 1690982 h 1821094"/>
                  <a:gd name="connsiteX5" fmla="*/ 3366052 w 5261112"/>
                  <a:gd name="connsiteY5" fmla="*/ 127226 h 1821094"/>
                  <a:gd name="connsiteX6" fmla="*/ 4943060 w 5261112"/>
                  <a:gd name="connsiteY6" fmla="*/ 87469 h 1821094"/>
                  <a:gd name="connsiteX7" fmla="*/ 5261112 w 5261112"/>
                  <a:gd name="connsiteY7" fmla="*/ 60965 h 1821094"/>
                  <a:gd name="connsiteX0" fmla="*/ 0 w 5261112"/>
                  <a:gd name="connsiteY0" fmla="*/ 100721 h 1821094"/>
                  <a:gd name="connsiteX1" fmla="*/ 1616765 w 5261112"/>
                  <a:gd name="connsiteY1" fmla="*/ 273000 h 1821094"/>
                  <a:gd name="connsiteX2" fmla="*/ 1881808 w 5261112"/>
                  <a:gd name="connsiteY2" fmla="*/ 1571713 h 1821094"/>
                  <a:gd name="connsiteX3" fmla="*/ 2623930 w 5261112"/>
                  <a:gd name="connsiteY3" fmla="*/ 1717487 h 1821094"/>
                  <a:gd name="connsiteX4" fmla="*/ 3101008 w 5261112"/>
                  <a:gd name="connsiteY4" fmla="*/ 1690982 h 1821094"/>
                  <a:gd name="connsiteX5" fmla="*/ 3366052 w 5261112"/>
                  <a:gd name="connsiteY5" fmla="*/ 127226 h 1821094"/>
                  <a:gd name="connsiteX6" fmla="*/ 4943060 w 5261112"/>
                  <a:gd name="connsiteY6" fmla="*/ 87469 h 1821094"/>
                  <a:gd name="connsiteX7" fmla="*/ 5261112 w 5261112"/>
                  <a:gd name="connsiteY7" fmla="*/ 60965 h 1821094"/>
                  <a:gd name="connsiteX0" fmla="*/ 0 w 5261112"/>
                  <a:gd name="connsiteY0" fmla="*/ 100721 h 1821094"/>
                  <a:gd name="connsiteX1" fmla="*/ 1616765 w 5261112"/>
                  <a:gd name="connsiteY1" fmla="*/ 127227 h 1821094"/>
                  <a:gd name="connsiteX2" fmla="*/ 1881808 w 5261112"/>
                  <a:gd name="connsiteY2" fmla="*/ 1571713 h 1821094"/>
                  <a:gd name="connsiteX3" fmla="*/ 2623930 w 5261112"/>
                  <a:gd name="connsiteY3" fmla="*/ 1717487 h 1821094"/>
                  <a:gd name="connsiteX4" fmla="*/ 3101008 w 5261112"/>
                  <a:gd name="connsiteY4" fmla="*/ 1690982 h 1821094"/>
                  <a:gd name="connsiteX5" fmla="*/ 3366052 w 5261112"/>
                  <a:gd name="connsiteY5" fmla="*/ 127226 h 1821094"/>
                  <a:gd name="connsiteX6" fmla="*/ 4943060 w 5261112"/>
                  <a:gd name="connsiteY6" fmla="*/ 87469 h 1821094"/>
                  <a:gd name="connsiteX7" fmla="*/ 5261112 w 5261112"/>
                  <a:gd name="connsiteY7" fmla="*/ 60965 h 1821094"/>
                  <a:gd name="connsiteX0" fmla="*/ 0 w 5261112"/>
                  <a:gd name="connsiteY0" fmla="*/ 100721 h 1821094"/>
                  <a:gd name="connsiteX1" fmla="*/ 1616765 w 5261112"/>
                  <a:gd name="connsiteY1" fmla="*/ 127227 h 1821094"/>
                  <a:gd name="connsiteX2" fmla="*/ 1881808 w 5261112"/>
                  <a:gd name="connsiteY2" fmla="*/ 1571713 h 1821094"/>
                  <a:gd name="connsiteX3" fmla="*/ 2623930 w 5261112"/>
                  <a:gd name="connsiteY3" fmla="*/ 1717487 h 1821094"/>
                  <a:gd name="connsiteX4" fmla="*/ 3101008 w 5261112"/>
                  <a:gd name="connsiteY4" fmla="*/ 1690982 h 1821094"/>
                  <a:gd name="connsiteX5" fmla="*/ 3366052 w 5261112"/>
                  <a:gd name="connsiteY5" fmla="*/ 127226 h 1821094"/>
                  <a:gd name="connsiteX6" fmla="*/ 4943060 w 5261112"/>
                  <a:gd name="connsiteY6" fmla="*/ 87469 h 1821094"/>
                  <a:gd name="connsiteX7" fmla="*/ 5261112 w 5261112"/>
                  <a:gd name="connsiteY7" fmla="*/ 60965 h 1821094"/>
                  <a:gd name="connsiteX0" fmla="*/ 0 w 5261112"/>
                  <a:gd name="connsiteY0" fmla="*/ 109720 h 1830093"/>
                  <a:gd name="connsiteX1" fmla="*/ 1616765 w 5261112"/>
                  <a:gd name="connsiteY1" fmla="*/ 136226 h 1830093"/>
                  <a:gd name="connsiteX2" fmla="*/ 1881808 w 5261112"/>
                  <a:gd name="connsiteY2" fmla="*/ 1580712 h 1830093"/>
                  <a:gd name="connsiteX3" fmla="*/ 2623930 w 5261112"/>
                  <a:gd name="connsiteY3" fmla="*/ 1726486 h 1830093"/>
                  <a:gd name="connsiteX4" fmla="*/ 3101008 w 5261112"/>
                  <a:gd name="connsiteY4" fmla="*/ 1699981 h 1830093"/>
                  <a:gd name="connsiteX5" fmla="*/ 3366052 w 5261112"/>
                  <a:gd name="connsiteY5" fmla="*/ 136225 h 1830093"/>
                  <a:gd name="connsiteX6" fmla="*/ 4943060 w 5261112"/>
                  <a:gd name="connsiteY6" fmla="*/ 96468 h 1830093"/>
                  <a:gd name="connsiteX7" fmla="*/ 5261112 w 5261112"/>
                  <a:gd name="connsiteY7" fmla="*/ 69964 h 1830093"/>
                  <a:gd name="connsiteX0" fmla="*/ 0 w 5261112"/>
                  <a:gd name="connsiteY0" fmla="*/ 100722 h 1821095"/>
                  <a:gd name="connsiteX1" fmla="*/ 1616765 w 5261112"/>
                  <a:gd name="connsiteY1" fmla="*/ 127228 h 1821095"/>
                  <a:gd name="connsiteX2" fmla="*/ 1881808 w 5261112"/>
                  <a:gd name="connsiteY2" fmla="*/ 1571714 h 1821095"/>
                  <a:gd name="connsiteX3" fmla="*/ 2623930 w 5261112"/>
                  <a:gd name="connsiteY3" fmla="*/ 1717488 h 1821095"/>
                  <a:gd name="connsiteX4" fmla="*/ 3101008 w 5261112"/>
                  <a:gd name="connsiteY4" fmla="*/ 1690983 h 1821095"/>
                  <a:gd name="connsiteX5" fmla="*/ 3366052 w 5261112"/>
                  <a:gd name="connsiteY5" fmla="*/ 127227 h 1821095"/>
                  <a:gd name="connsiteX6" fmla="*/ 4943060 w 5261112"/>
                  <a:gd name="connsiteY6" fmla="*/ 87470 h 1821095"/>
                  <a:gd name="connsiteX7" fmla="*/ 5261112 w 5261112"/>
                  <a:gd name="connsiteY7" fmla="*/ 60966 h 1821095"/>
                  <a:gd name="connsiteX0" fmla="*/ 0 w 5261112"/>
                  <a:gd name="connsiteY0" fmla="*/ 100722 h 1821095"/>
                  <a:gd name="connsiteX1" fmla="*/ 1616765 w 5261112"/>
                  <a:gd name="connsiteY1" fmla="*/ 127228 h 1821095"/>
                  <a:gd name="connsiteX2" fmla="*/ 1881808 w 5261112"/>
                  <a:gd name="connsiteY2" fmla="*/ 1571714 h 1821095"/>
                  <a:gd name="connsiteX3" fmla="*/ 2623930 w 5261112"/>
                  <a:gd name="connsiteY3" fmla="*/ 1717488 h 1821095"/>
                  <a:gd name="connsiteX4" fmla="*/ 3101008 w 5261112"/>
                  <a:gd name="connsiteY4" fmla="*/ 1690983 h 1821095"/>
                  <a:gd name="connsiteX5" fmla="*/ 3366052 w 5261112"/>
                  <a:gd name="connsiteY5" fmla="*/ 127227 h 1821095"/>
                  <a:gd name="connsiteX6" fmla="*/ 4943060 w 5261112"/>
                  <a:gd name="connsiteY6" fmla="*/ 87470 h 1821095"/>
                  <a:gd name="connsiteX7" fmla="*/ 5261112 w 5261112"/>
                  <a:gd name="connsiteY7" fmla="*/ 60966 h 1821095"/>
                  <a:gd name="connsiteX0" fmla="*/ 0 w 5261112"/>
                  <a:gd name="connsiteY0" fmla="*/ 98115 h 1744263"/>
                  <a:gd name="connsiteX1" fmla="*/ 1616765 w 5261112"/>
                  <a:gd name="connsiteY1" fmla="*/ 124621 h 1744263"/>
                  <a:gd name="connsiteX2" fmla="*/ 1881808 w 5261112"/>
                  <a:gd name="connsiteY2" fmla="*/ 1569107 h 1744263"/>
                  <a:gd name="connsiteX3" fmla="*/ 2623930 w 5261112"/>
                  <a:gd name="connsiteY3" fmla="*/ 1714881 h 1744263"/>
                  <a:gd name="connsiteX4" fmla="*/ 3101008 w 5261112"/>
                  <a:gd name="connsiteY4" fmla="*/ 1529350 h 1744263"/>
                  <a:gd name="connsiteX5" fmla="*/ 3366052 w 5261112"/>
                  <a:gd name="connsiteY5" fmla="*/ 124620 h 1744263"/>
                  <a:gd name="connsiteX6" fmla="*/ 4943060 w 5261112"/>
                  <a:gd name="connsiteY6" fmla="*/ 84863 h 1744263"/>
                  <a:gd name="connsiteX7" fmla="*/ 5261112 w 5261112"/>
                  <a:gd name="connsiteY7" fmla="*/ 58359 h 1744263"/>
                  <a:gd name="connsiteX0" fmla="*/ 0 w 5261112"/>
                  <a:gd name="connsiteY0" fmla="*/ 98115 h 1739047"/>
                  <a:gd name="connsiteX1" fmla="*/ 1616765 w 5261112"/>
                  <a:gd name="connsiteY1" fmla="*/ 124621 h 1739047"/>
                  <a:gd name="connsiteX2" fmla="*/ 1881808 w 5261112"/>
                  <a:gd name="connsiteY2" fmla="*/ 1569107 h 1739047"/>
                  <a:gd name="connsiteX3" fmla="*/ 2623930 w 5261112"/>
                  <a:gd name="connsiteY3" fmla="*/ 1714881 h 1739047"/>
                  <a:gd name="connsiteX4" fmla="*/ 3101008 w 5261112"/>
                  <a:gd name="connsiteY4" fmla="*/ 1529350 h 1739047"/>
                  <a:gd name="connsiteX5" fmla="*/ 3366052 w 5261112"/>
                  <a:gd name="connsiteY5" fmla="*/ 124620 h 1739047"/>
                  <a:gd name="connsiteX6" fmla="*/ 4943060 w 5261112"/>
                  <a:gd name="connsiteY6" fmla="*/ 84863 h 1739047"/>
                  <a:gd name="connsiteX7" fmla="*/ 5261112 w 5261112"/>
                  <a:gd name="connsiteY7" fmla="*/ 58359 h 1739047"/>
                  <a:gd name="connsiteX0" fmla="*/ 0 w 5261112"/>
                  <a:gd name="connsiteY0" fmla="*/ 98115 h 1744263"/>
                  <a:gd name="connsiteX1" fmla="*/ 1616765 w 5261112"/>
                  <a:gd name="connsiteY1" fmla="*/ 124621 h 1744263"/>
                  <a:gd name="connsiteX2" fmla="*/ 1881808 w 5261112"/>
                  <a:gd name="connsiteY2" fmla="*/ 1569107 h 1744263"/>
                  <a:gd name="connsiteX3" fmla="*/ 2623930 w 5261112"/>
                  <a:gd name="connsiteY3" fmla="*/ 1714881 h 1744263"/>
                  <a:gd name="connsiteX4" fmla="*/ 3101008 w 5261112"/>
                  <a:gd name="connsiteY4" fmla="*/ 1529350 h 1744263"/>
                  <a:gd name="connsiteX5" fmla="*/ 3366052 w 5261112"/>
                  <a:gd name="connsiteY5" fmla="*/ 124620 h 1744263"/>
                  <a:gd name="connsiteX6" fmla="*/ 4943060 w 5261112"/>
                  <a:gd name="connsiteY6" fmla="*/ 84863 h 1744263"/>
                  <a:gd name="connsiteX7" fmla="*/ 5261112 w 5261112"/>
                  <a:gd name="connsiteY7" fmla="*/ 58359 h 1744263"/>
                  <a:gd name="connsiteX0" fmla="*/ 0 w 5261112"/>
                  <a:gd name="connsiteY0" fmla="*/ 98115 h 1743386"/>
                  <a:gd name="connsiteX1" fmla="*/ 1616765 w 5261112"/>
                  <a:gd name="connsiteY1" fmla="*/ 124621 h 1743386"/>
                  <a:gd name="connsiteX2" fmla="*/ 1881808 w 5261112"/>
                  <a:gd name="connsiteY2" fmla="*/ 1569107 h 1743386"/>
                  <a:gd name="connsiteX3" fmla="*/ 2623930 w 5261112"/>
                  <a:gd name="connsiteY3" fmla="*/ 1714881 h 1743386"/>
                  <a:gd name="connsiteX4" fmla="*/ 3193773 w 5261112"/>
                  <a:gd name="connsiteY4" fmla="*/ 1542602 h 1743386"/>
                  <a:gd name="connsiteX5" fmla="*/ 3366052 w 5261112"/>
                  <a:gd name="connsiteY5" fmla="*/ 124620 h 1743386"/>
                  <a:gd name="connsiteX6" fmla="*/ 4943060 w 5261112"/>
                  <a:gd name="connsiteY6" fmla="*/ 84863 h 1743386"/>
                  <a:gd name="connsiteX7" fmla="*/ 5261112 w 5261112"/>
                  <a:gd name="connsiteY7" fmla="*/ 58359 h 1743386"/>
                  <a:gd name="connsiteX0" fmla="*/ 0 w 5261112"/>
                  <a:gd name="connsiteY0" fmla="*/ 98115 h 1735222"/>
                  <a:gd name="connsiteX1" fmla="*/ 1616765 w 5261112"/>
                  <a:gd name="connsiteY1" fmla="*/ 124621 h 1735222"/>
                  <a:gd name="connsiteX2" fmla="*/ 1881808 w 5261112"/>
                  <a:gd name="connsiteY2" fmla="*/ 1569107 h 1735222"/>
                  <a:gd name="connsiteX3" fmla="*/ 3193773 w 5261112"/>
                  <a:gd name="connsiteY3" fmla="*/ 1542602 h 1735222"/>
                  <a:gd name="connsiteX4" fmla="*/ 3366052 w 5261112"/>
                  <a:gd name="connsiteY4" fmla="*/ 124620 h 1735222"/>
                  <a:gd name="connsiteX5" fmla="*/ 4943060 w 5261112"/>
                  <a:gd name="connsiteY5" fmla="*/ 84863 h 1735222"/>
                  <a:gd name="connsiteX6" fmla="*/ 5261112 w 5261112"/>
                  <a:gd name="connsiteY6" fmla="*/ 58359 h 1735222"/>
                  <a:gd name="connsiteX0" fmla="*/ 0 w 5261112"/>
                  <a:gd name="connsiteY0" fmla="*/ 98115 h 1734438"/>
                  <a:gd name="connsiteX1" fmla="*/ 1616765 w 5261112"/>
                  <a:gd name="connsiteY1" fmla="*/ 124621 h 1734438"/>
                  <a:gd name="connsiteX2" fmla="*/ 1881808 w 5261112"/>
                  <a:gd name="connsiteY2" fmla="*/ 1569107 h 1734438"/>
                  <a:gd name="connsiteX3" fmla="*/ 3193773 w 5261112"/>
                  <a:gd name="connsiteY3" fmla="*/ 1542602 h 1734438"/>
                  <a:gd name="connsiteX4" fmla="*/ 3485322 w 5261112"/>
                  <a:gd name="connsiteY4" fmla="*/ 137873 h 1734438"/>
                  <a:gd name="connsiteX5" fmla="*/ 4943060 w 5261112"/>
                  <a:gd name="connsiteY5" fmla="*/ 84863 h 1734438"/>
                  <a:gd name="connsiteX6" fmla="*/ 5261112 w 5261112"/>
                  <a:gd name="connsiteY6" fmla="*/ 58359 h 1734438"/>
                  <a:gd name="connsiteX0" fmla="*/ 0 w 5261112"/>
                  <a:gd name="connsiteY0" fmla="*/ 98115 h 1734438"/>
                  <a:gd name="connsiteX1" fmla="*/ 1616765 w 5261112"/>
                  <a:gd name="connsiteY1" fmla="*/ 124621 h 1734438"/>
                  <a:gd name="connsiteX2" fmla="*/ 1881808 w 5261112"/>
                  <a:gd name="connsiteY2" fmla="*/ 1569107 h 1734438"/>
                  <a:gd name="connsiteX3" fmla="*/ 3193773 w 5261112"/>
                  <a:gd name="connsiteY3" fmla="*/ 1542602 h 1734438"/>
                  <a:gd name="connsiteX4" fmla="*/ 3485322 w 5261112"/>
                  <a:gd name="connsiteY4" fmla="*/ 137873 h 1734438"/>
                  <a:gd name="connsiteX5" fmla="*/ 5261112 w 5261112"/>
                  <a:gd name="connsiteY5" fmla="*/ 58359 h 1734438"/>
                  <a:gd name="connsiteX0" fmla="*/ 0 w 5035825"/>
                  <a:gd name="connsiteY0" fmla="*/ 98115 h 1734438"/>
                  <a:gd name="connsiteX1" fmla="*/ 1616765 w 5035825"/>
                  <a:gd name="connsiteY1" fmla="*/ 124621 h 1734438"/>
                  <a:gd name="connsiteX2" fmla="*/ 1881808 w 5035825"/>
                  <a:gd name="connsiteY2" fmla="*/ 1569107 h 1734438"/>
                  <a:gd name="connsiteX3" fmla="*/ 3193773 w 5035825"/>
                  <a:gd name="connsiteY3" fmla="*/ 1542602 h 1734438"/>
                  <a:gd name="connsiteX4" fmla="*/ 3485322 w 5035825"/>
                  <a:gd name="connsiteY4" fmla="*/ 137873 h 1734438"/>
                  <a:gd name="connsiteX5" fmla="*/ 5035825 w 5035825"/>
                  <a:gd name="connsiteY5" fmla="*/ 58359 h 1734438"/>
                  <a:gd name="connsiteX0" fmla="*/ 0 w 4386468"/>
                  <a:gd name="connsiteY0" fmla="*/ 39649 h 1795241"/>
                  <a:gd name="connsiteX1" fmla="*/ 967408 w 4386468"/>
                  <a:gd name="connsiteY1" fmla="*/ 185424 h 1795241"/>
                  <a:gd name="connsiteX2" fmla="*/ 1232451 w 4386468"/>
                  <a:gd name="connsiteY2" fmla="*/ 1629910 h 1795241"/>
                  <a:gd name="connsiteX3" fmla="*/ 2544416 w 4386468"/>
                  <a:gd name="connsiteY3" fmla="*/ 1603405 h 1795241"/>
                  <a:gd name="connsiteX4" fmla="*/ 2835965 w 4386468"/>
                  <a:gd name="connsiteY4" fmla="*/ 198676 h 1795241"/>
                  <a:gd name="connsiteX5" fmla="*/ 4386468 w 4386468"/>
                  <a:gd name="connsiteY5" fmla="*/ 119162 h 1795241"/>
                  <a:gd name="connsiteX0" fmla="*/ 0 w 4386468"/>
                  <a:gd name="connsiteY0" fmla="*/ 23737 h 1779329"/>
                  <a:gd name="connsiteX1" fmla="*/ 967408 w 4386468"/>
                  <a:gd name="connsiteY1" fmla="*/ 169512 h 1779329"/>
                  <a:gd name="connsiteX2" fmla="*/ 1232451 w 4386468"/>
                  <a:gd name="connsiteY2" fmla="*/ 1613998 h 1779329"/>
                  <a:gd name="connsiteX3" fmla="*/ 2544416 w 4386468"/>
                  <a:gd name="connsiteY3" fmla="*/ 1587493 h 1779329"/>
                  <a:gd name="connsiteX4" fmla="*/ 2835965 w 4386468"/>
                  <a:gd name="connsiteY4" fmla="*/ 182764 h 1779329"/>
                  <a:gd name="connsiteX5" fmla="*/ 4386468 w 4386468"/>
                  <a:gd name="connsiteY5" fmla="*/ 103250 h 1779329"/>
                  <a:gd name="connsiteX0" fmla="*/ 0 w 3684102"/>
                  <a:gd name="connsiteY0" fmla="*/ 23737 h 1779329"/>
                  <a:gd name="connsiteX1" fmla="*/ 967408 w 3684102"/>
                  <a:gd name="connsiteY1" fmla="*/ 169512 h 1779329"/>
                  <a:gd name="connsiteX2" fmla="*/ 1232451 w 3684102"/>
                  <a:gd name="connsiteY2" fmla="*/ 1613998 h 1779329"/>
                  <a:gd name="connsiteX3" fmla="*/ 2544416 w 3684102"/>
                  <a:gd name="connsiteY3" fmla="*/ 1587493 h 1779329"/>
                  <a:gd name="connsiteX4" fmla="*/ 2835965 w 3684102"/>
                  <a:gd name="connsiteY4" fmla="*/ 182764 h 1779329"/>
                  <a:gd name="connsiteX5" fmla="*/ 3684102 w 3684102"/>
                  <a:gd name="connsiteY5" fmla="*/ 50241 h 1779329"/>
                  <a:gd name="connsiteX0" fmla="*/ 0 w 3790120"/>
                  <a:gd name="connsiteY0" fmla="*/ 23737 h 1779329"/>
                  <a:gd name="connsiteX1" fmla="*/ 967408 w 3790120"/>
                  <a:gd name="connsiteY1" fmla="*/ 169512 h 1779329"/>
                  <a:gd name="connsiteX2" fmla="*/ 1232451 w 3790120"/>
                  <a:gd name="connsiteY2" fmla="*/ 1613998 h 1779329"/>
                  <a:gd name="connsiteX3" fmla="*/ 2544416 w 3790120"/>
                  <a:gd name="connsiteY3" fmla="*/ 1587493 h 1779329"/>
                  <a:gd name="connsiteX4" fmla="*/ 2835965 w 3790120"/>
                  <a:gd name="connsiteY4" fmla="*/ 182764 h 1779329"/>
                  <a:gd name="connsiteX5" fmla="*/ 3790120 w 3790120"/>
                  <a:gd name="connsiteY5" fmla="*/ 23737 h 1779329"/>
                  <a:gd name="connsiteX0" fmla="*/ 0 w 3790120"/>
                  <a:gd name="connsiteY0" fmla="*/ 14311 h 1794887"/>
                  <a:gd name="connsiteX1" fmla="*/ 967408 w 3790120"/>
                  <a:gd name="connsiteY1" fmla="*/ 185070 h 1794887"/>
                  <a:gd name="connsiteX2" fmla="*/ 1232451 w 3790120"/>
                  <a:gd name="connsiteY2" fmla="*/ 1629556 h 1794887"/>
                  <a:gd name="connsiteX3" fmla="*/ 2544416 w 3790120"/>
                  <a:gd name="connsiteY3" fmla="*/ 1603051 h 1794887"/>
                  <a:gd name="connsiteX4" fmla="*/ 2835965 w 3790120"/>
                  <a:gd name="connsiteY4" fmla="*/ 198322 h 1794887"/>
                  <a:gd name="connsiteX5" fmla="*/ 3790120 w 3790120"/>
                  <a:gd name="connsiteY5" fmla="*/ 39295 h 1794887"/>
                  <a:gd name="connsiteX0" fmla="*/ 0 w 3790120"/>
                  <a:gd name="connsiteY0" fmla="*/ 14311 h 1794887"/>
                  <a:gd name="connsiteX1" fmla="*/ 967408 w 3790120"/>
                  <a:gd name="connsiteY1" fmla="*/ 185070 h 1794887"/>
                  <a:gd name="connsiteX2" fmla="*/ 1232451 w 3790120"/>
                  <a:gd name="connsiteY2" fmla="*/ 1629556 h 1794887"/>
                  <a:gd name="connsiteX3" fmla="*/ 2544416 w 3790120"/>
                  <a:gd name="connsiteY3" fmla="*/ 1603051 h 1794887"/>
                  <a:gd name="connsiteX4" fmla="*/ 2835965 w 3790120"/>
                  <a:gd name="connsiteY4" fmla="*/ 198322 h 1794887"/>
                  <a:gd name="connsiteX5" fmla="*/ 3790120 w 3790120"/>
                  <a:gd name="connsiteY5" fmla="*/ 39295 h 1794887"/>
                  <a:gd name="connsiteX0" fmla="*/ 0 w 3790120"/>
                  <a:gd name="connsiteY0" fmla="*/ 8345 h 1788921"/>
                  <a:gd name="connsiteX1" fmla="*/ 967408 w 3790120"/>
                  <a:gd name="connsiteY1" fmla="*/ 179104 h 1788921"/>
                  <a:gd name="connsiteX2" fmla="*/ 1232451 w 3790120"/>
                  <a:gd name="connsiteY2" fmla="*/ 1623590 h 1788921"/>
                  <a:gd name="connsiteX3" fmla="*/ 2544416 w 3790120"/>
                  <a:gd name="connsiteY3" fmla="*/ 1597085 h 1788921"/>
                  <a:gd name="connsiteX4" fmla="*/ 2835965 w 3790120"/>
                  <a:gd name="connsiteY4" fmla="*/ 192356 h 1788921"/>
                  <a:gd name="connsiteX5" fmla="*/ 3790120 w 3790120"/>
                  <a:gd name="connsiteY5" fmla="*/ 33329 h 1788921"/>
                  <a:gd name="connsiteX0" fmla="*/ 0 w 3790120"/>
                  <a:gd name="connsiteY0" fmla="*/ 8345 h 1788921"/>
                  <a:gd name="connsiteX1" fmla="*/ 967408 w 3790120"/>
                  <a:gd name="connsiteY1" fmla="*/ 179104 h 1788921"/>
                  <a:gd name="connsiteX2" fmla="*/ 1232451 w 3790120"/>
                  <a:gd name="connsiteY2" fmla="*/ 1623590 h 1788921"/>
                  <a:gd name="connsiteX3" fmla="*/ 2544416 w 3790120"/>
                  <a:gd name="connsiteY3" fmla="*/ 1597085 h 1788921"/>
                  <a:gd name="connsiteX4" fmla="*/ 2835965 w 3790120"/>
                  <a:gd name="connsiteY4" fmla="*/ 192356 h 1788921"/>
                  <a:gd name="connsiteX5" fmla="*/ 3790120 w 3790120"/>
                  <a:gd name="connsiteY5" fmla="*/ 33329 h 1788921"/>
                  <a:gd name="connsiteX0" fmla="*/ 0 w 3790120"/>
                  <a:gd name="connsiteY0" fmla="*/ 5186 h 1785107"/>
                  <a:gd name="connsiteX1" fmla="*/ 991167 w 3790120"/>
                  <a:gd name="connsiteY1" fmla="*/ 185939 h 1785107"/>
                  <a:gd name="connsiteX2" fmla="*/ 1232451 w 3790120"/>
                  <a:gd name="connsiteY2" fmla="*/ 1620431 h 1785107"/>
                  <a:gd name="connsiteX3" fmla="*/ 2544416 w 3790120"/>
                  <a:gd name="connsiteY3" fmla="*/ 1593926 h 1785107"/>
                  <a:gd name="connsiteX4" fmla="*/ 2835965 w 3790120"/>
                  <a:gd name="connsiteY4" fmla="*/ 189197 h 1785107"/>
                  <a:gd name="connsiteX5" fmla="*/ 3790120 w 3790120"/>
                  <a:gd name="connsiteY5" fmla="*/ 30170 h 1785107"/>
                  <a:gd name="connsiteX0" fmla="*/ 0 w 3752106"/>
                  <a:gd name="connsiteY0" fmla="*/ 5186 h 1785107"/>
                  <a:gd name="connsiteX1" fmla="*/ 991167 w 3752106"/>
                  <a:gd name="connsiteY1" fmla="*/ 185939 h 1785107"/>
                  <a:gd name="connsiteX2" fmla="*/ 1232451 w 3752106"/>
                  <a:gd name="connsiteY2" fmla="*/ 1620431 h 1785107"/>
                  <a:gd name="connsiteX3" fmla="*/ 2544416 w 3752106"/>
                  <a:gd name="connsiteY3" fmla="*/ 1593926 h 1785107"/>
                  <a:gd name="connsiteX4" fmla="*/ 2835965 w 3752106"/>
                  <a:gd name="connsiteY4" fmla="*/ 189197 h 1785107"/>
                  <a:gd name="connsiteX5" fmla="*/ 3752106 w 3752106"/>
                  <a:gd name="connsiteY5" fmla="*/ 5186 h 1785107"/>
                  <a:gd name="connsiteX0" fmla="*/ 0 w 3752106"/>
                  <a:gd name="connsiteY0" fmla="*/ 5186 h 1785107"/>
                  <a:gd name="connsiteX1" fmla="*/ 991167 w 3752106"/>
                  <a:gd name="connsiteY1" fmla="*/ 185939 h 1785107"/>
                  <a:gd name="connsiteX2" fmla="*/ 1232451 w 3752106"/>
                  <a:gd name="connsiteY2" fmla="*/ 1620431 h 1785107"/>
                  <a:gd name="connsiteX3" fmla="*/ 2544416 w 3752106"/>
                  <a:gd name="connsiteY3" fmla="*/ 1593926 h 1785107"/>
                  <a:gd name="connsiteX4" fmla="*/ 2835965 w 3752106"/>
                  <a:gd name="connsiteY4" fmla="*/ 189197 h 1785107"/>
                  <a:gd name="connsiteX5" fmla="*/ 3752106 w 3752106"/>
                  <a:gd name="connsiteY5" fmla="*/ 5186 h 1785107"/>
                  <a:gd name="connsiteX0" fmla="*/ 0 w 3752106"/>
                  <a:gd name="connsiteY0" fmla="*/ 5186 h 1785107"/>
                  <a:gd name="connsiteX1" fmla="*/ 991167 w 3752106"/>
                  <a:gd name="connsiteY1" fmla="*/ 185939 h 1785107"/>
                  <a:gd name="connsiteX2" fmla="*/ 1232451 w 3752106"/>
                  <a:gd name="connsiteY2" fmla="*/ 1620431 h 1785107"/>
                  <a:gd name="connsiteX3" fmla="*/ 2544416 w 3752106"/>
                  <a:gd name="connsiteY3" fmla="*/ 1593926 h 1785107"/>
                  <a:gd name="connsiteX4" fmla="*/ 2835965 w 3752106"/>
                  <a:gd name="connsiteY4" fmla="*/ 189197 h 1785107"/>
                  <a:gd name="connsiteX5" fmla="*/ 3752106 w 3752106"/>
                  <a:gd name="connsiteY5" fmla="*/ 5186 h 1785107"/>
                  <a:gd name="connsiteX0" fmla="*/ 0 w 3752106"/>
                  <a:gd name="connsiteY0" fmla="*/ 5186 h 1785107"/>
                  <a:gd name="connsiteX1" fmla="*/ 991167 w 3752106"/>
                  <a:gd name="connsiteY1" fmla="*/ 185939 h 1785107"/>
                  <a:gd name="connsiteX2" fmla="*/ 1232451 w 3752106"/>
                  <a:gd name="connsiteY2" fmla="*/ 1620431 h 1785107"/>
                  <a:gd name="connsiteX3" fmla="*/ 2544416 w 3752106"/>
                  <a:gd name="connsiteY3" fmla="*/ 1593926 h 1785107"/>
                  <a:gd name="connsiteX4" fmla="*/ 2835965 w 3752106"/>
                  <a:gd name="connsiteY4" fmla="*/ 189197 h 1785107"/>
                  <a:gd name="connsiteX5" fmla="*/ 3752106 w 3752106"/>
                  <a:gd name="connsiteY5" fmla="*/ 5186 h 1785107"/>
                  <a:gd name="connsiteX0" fmla="*/ 0 w 3752106"/>
                  <a:gd name="connsiteY0" fmla="*/ 13548 h 1793469"/>
                  <a:gd name="connsiteX1" fmla="*/ 991167 w 3752106"/>
                  <a:gd name="connsiteY1" fmla="*/ 194301 h 1793469"/>
                  <a:gd name="connsiteX2" fmla="*/ 1232451 w 3752106"/>
                  <a:gd name="connsiteY2" fmla="*/ 1628793 h 1793469"/>
                  <a:gd name="connsiteX3" fmla="*/ 2544416 w 3752106"/>
                  <a:gd name="connsiteY3" fmla="*/ 1602288 h 1793469"/>
                  <a:gd name="connsiteX4" fmla="*/ 2835965 w 3752106"/>
                  <a:gd name="connsiteY4" fmla="*/ 197559 h 1793469"/>
                  <a:gd name="connsiteX5" fmla="*/ 3752106 w 3752106"/>
                  <a:gd name="connsiteY5" fmla="*/ 13548 h 1793469"/>
                  <a:gd name="connsiteX0" fmla="*/ 0 w 3752106"/>
                  <a:gd name="connsiteY0" fmla="*/ 6740 h 1785352"/>
                  <a:gd name="connsiteX1" fmla="*/ 1014926 w 3752106"/>
                  <a:gd name="connsiteY1" fmla="*/ 207480 h 1785352"/>
                  <a:gd name="connsiteX2" fmla="*/ 1232451 w 3752106"/>
                  <a:gd name="connsiteY2" fmla="*/ 1621985 h 1785352"/>
                  <a:gd name="connsiteX3" fmla="*/ 2544416 w 3752106"/>
                  <a:gd name="connsiteY3" fmla="*/ 1595480 h 1785352"/>
                  <a:gd name="connsiteX4" fmla="*/ 2835965 w 3752106"/>
                  <a:gd name="connsiteY4" fmla="*/ 190751 h 1785352"/>
                  <a:gd name="connsiteX5" fmla="*/ 3752106 w 3752106"/>
                  <a:gd name="connsiteY5" fmla="*/ 6740 h 1785352"/>
                  <a:gd name="connsiteX0" fmla="*/ 0 w 3752106"/>
                  <a:gd name="connsiteY0" fmla="*/ 4533 h 1783145"/>
                  <a:gd name="connsiteX1" fmla="*/ 1014926 w 3752106"/>
                  <a:gd name="connsiteY1" fmla="*/ 205273 h 1783145"/>
                  <a:gd name="connsiteX2" fmla="*/ 1232451 w 3752106"/>
                  <a:gd name="connsiteY2" fmla="*/ 1619778 h 1783145"/>
                  <a:gd name="connsiteX3" fmla="*/ 2544416 w 3752106"/>
                  <a:gd name="connsiteY3" fmla="*/ 1593273 h 1783145"/>
                  <a:gd name="connsiteX4" fmla="*/ 2835965 w 3752106"/>
                  <a:gd name="connsiteY4" fmla="*/ 188544 h 1783145"/>
                  <a:gd name="connsiteX5" fmla="*/ 3752106 w 3752106"/>
                  <a:gd name="connsiteY5" fmla="*/ 4533 h 1783145"/>
                  <a:gd name="connsiteX0" fmla="*/ 0 w 3752106"/>
                  <a:gd name="connsiteY0" fmla="*/ 2693 h 1781305"/>
                  <a:gd name="connsiteX1" fmla="*/ 1014926 w 3752106"/>
                  <a:gd name="connsiteY1" fmla="*/ 203433 h 1781305"/>
                  <a:gd name="connsiteX2" fmla="*/ 1232451 w 3752106"/>
                  <a:gd name="connsiteY2" fmla="*/ 1617938 h 1781305"/>
                  <a:gd name="connsiteX3" fmla="*/ 2544416 w 3752106"/>
                  <a:gd name="connsiteY3" fmla="*/ 1591433 h 1781305"/>
                  <a:gd name="connsiteX4" fmla="*/ 2835965 w 3752106"/>
                  <a:gd name="connsiteY4" fmla="*/ 186704 h 1781305"/>
                  <a:gd name="connsiteX5" fmla="*/ 3752106 w 3752106"/>
                  <a:gd name="connsiteY5" fmla="*/ 2693 h 1781305"/>
                  <a:gd name="connsiteX0" fmla="*/ 0 w 3752106"/>
                  <a:gd name="connsiteY0" fmla="*/ 7868 h 1786480"/>
                  <a:gd name="connsiteX1" fmla="*/ 1014926 w 3752106"/>
                  <a:gd name="connsiteY1" fmla="*/ 208608 h 1786480"/>
                  <a:gd name="connsiteX2" fmla="*/ 1232451 w 3752106"/>
                  <a:gd name="connsiteY2" fmla="*/ 1623113 h 1786480"/>
                  <a:gd name="connsiteX3" fmla="*/ 2544416 w 3752106"/>
                  <a:gd name="connsiteY3" fmla="*/ 1596608 h 1786480"/>
                  <a:gd name="connsiteX4" fmla="*/ 2835965 w 3752106"/>
                  <a:gd name="connsiteY4" fmla="*/ 191879 h 1786480"/>
                  <a:gd name="connsiteX5" fmla="*/ 3752106 w 3752106"/>
                  <a:gd name="connsiteY5" fmla="*/ 7868 h 1786480"/>
                  <a:gd name="connsiteX0" fmla="*/ 0 w 3752106"/>
                  <a:gd name="connsiteY0" fmla="*/ 7868 h 1786184"/>
                  <a:gd name="connsiteX1" fmla="*/ 1014926 w 3752106"/>
                  <a:gd name="connsiteY1" fmla="*/ 208608 h 1786184"/>
                  <a:gd name="connsiteX2" fmla="*/ 1232451 w 3752106"/>
                  <a:gd name="connsiteY2" fmla="*/ 1623113 h 1786184"/>
                  <a:gd name="connsiteX3" fmla="*/ 2544416 w 3752106"/>
                  <a:gd name="connsiteY3" fmla="*/ 1596608 h 1786184"/>
                  <a:gd name="connsiteX4" fmla="*/ 2707668 w 3752106"/>
                  <a:gd name="connsiteY4" fmla="*/ 196876 h 1786184"/>
                  <a:gd name="connsiteX5" fmla="*/ 3752106 w 3752106"/>
                  <a:gd name="connsiteY5" fmla="*/ 7868 h 1786184"/>
                  <a:gd name="connsiteX0" fmla="*/ 0 w 3752106"/>
                  <a:gd name="connsiteY0" fmla="*/ 7868 h 1791531"/>
                  <a:gd name="connsiteX1" fmla="*/ 1014926 w 3752106"/>
                  <a:gd name="connsiteY1" fmla="*/ 208608 h 1791531"/>
                  <a:gd name="connsiteX2" fmla="*/ 1232451 w 3752106"/>
                  <a:gd name="connsiteY2" fmla="*/ 1623113 h 1791531"/>
                  <a:gd name="connsiteX3" fmla="*/ 2506401 w 3752106"/>
                  <a:gd name="connsiteY3" fmla="*/ 1606601 h 1791531"/>
                  <a:gd name="connsiteX4" fmla="*/ 2707668 w 3752106"/>
                  <a:gd name="connsiteY4" fmla="*/ 196876 h 1791531"/>
                  <a:gd name="connsiteX5" fmla="*/ 3752106 w 3752106"/>
                  <a:gd name="connsiteY5" fmla="*/ 7868 h 1791531"/>
                  <a:gd name="connsiteX0" fmla="*/ 0 w 3752106"/>
                  <a:gd name="connsiteY0" fmla="*/ 7868 h 1791228"/>
                  <a:gd name="connsiteX1" fmla="*/ 1014926 w 3752106"/>
                  <a:gd name="connsiteY1" fmla="*/ 208608 h 1791228"/>
                  <a:gd name="connsiteX2" fmla="*/ 1232451 w 3752106"/>
                  <a:gd name="connsiteY2" fmla="*/ 1623113 h 1791228"/>
                  <a:gd name="connsiteX3" fmla="*/ 2506401 w 3752106"/>
                  <a:gd name="connsiteY3" fmla="*/ 1606601 h 1791228"/>
                  <a:gd name="connsiteX4" fmla="*/ 2736178 w 3752106"/>
                  <a:gd name="connsiteY4" fmla="*/ 201873 h 1791228"/>
                  <a:gd name="connsiteX5" fmla="*/ 3752106 w 3752106"/>
                  <a:gd name="connsiteY5" fmla="*/ 7868 h 1791228"/>
                  <a:gd name="connsiteX0" fmla="*/ 0 w 3752106"/>
                  <a:gd name="connsiteY0" fmla="*/ 7868 h 1790926"/>
                  <a:gd name="connsiteX1" fmla="*/ 1014926 w 3752106"/>
                  <a:gd name="connsiteY1" fmla="*/ 208608 h 1790926"/>
                  <a:gd name="connsiteX2" fmla="*/ 1232451 w 3752106"/>
                  <a:gd name="connsiteY2" fmla="*/ 1623113 h 1790926"/>
                  <a:gd name="connsiteX3" fmla="*/ 2506401 w 3752106"/>
                  <a:gd name="connsiteY3" fmla="*/ 1606601 h 1790926"/>
                  <a:gd name="connsiteX4" fmla="*/ 2712419 w 3752106"/>
                  <a:gd name="connsiteY4" fmla="*/ 206870 h 1790926"/>
                  <a:gd name="connsiteX5" fmla="*/ 3752106 w 3752106"/>
                  <a:gd name="connsiteY5" fmla="*/ 7868 h 1790926"/>
                  <a:gd name="connsiteX0" fmla="*/ 0 w 3752106"/>
                  <a:gd name="connsiteY0" fmla="*/ 7868 h 1807733"/>
                  <a:gd name="connsiteX1" fmla="*/ 1014926 w 3752106"/>
                  <a:gd name="connsiteY1" fmla="*/ 208608 h 1807733"/>
                  <a:gd name="connsiteX2" fmla="*/ 1232451 w 3752106"/>
                  <a:gd name="connsiteY2" fmla="*/ 1623113 h 1807733"/>
                  <a:gd name="connsiteX3" fmla="*/ 2482643 w 3752106"/>
                  <a:gd name="connsiteY3" fmla="*/ 1636581 h 1807733"/>
                  <a:gd name="connsiteX4" fmla="*/ 2712419 w 3752106"/>
                  <a:gd name="connsiteY4" fmla="*/ 206870 h 1807733"/>
                  <a:gd name="connsiteX5" fmla="*/ 3752106 w 3752106"/>
                  <a:gd name="connsiteY5" fmla="*/ 7868 h 1807733"/>
                  <a:gd name="connsiteX0" fmla="*/ 0 w 3752106"/>
                  <a:gd name="connsiteY0" fmla="*/ 7868 h 1809017"/>
                  <a:gd name="connsiteX1" fmla="*/ 1014926 w 3752106"/>
                  <a:gd name="connsiteY1" fmla="*/ 208608 h 1809017"/>
                  <a:gd name="connsiteX2" fmla="*/ 1232451 w 3752106"/>
                  <a:gd name="connsiteY2" fmla="*/ 1623113 h 1809017"/>
                  <a:gd name="connsiteX3" fmla="*/ 2482643 w 3752106"/>
                  <a:gd name="connsiteY3" fmla="*/ 1636581 h 1809017"/>
                  <a:gd name="connsiteX4" fmla="*/ 2702915 w 3752106"/>
                  <a:gd name="connsiteY4" fmla="*/ 186883 h 1809017"/>
                  <a:gd name="connsiteX5" fmla="*/ 3752106 w 3752106"/>
                  <a:gd name="connsiteY5" fmla="*/ 7868 h 1809017"/>
                  <a:gd name="connsiteX0" fmla="*/ 0 w 3752106"/>
                  <a:gd name="connsiteY0" fmla="*/ 7868 h 1808375"/>
                  <a:gd name="connsiteX1" fmla="*/ 1014926 w 3752106"/>
                  <a:gd name="connsiteY1" fmla="*/ 208608 h 1808375"/>
                  <a:gd name="connsiteX2" fmla="*/ 1232451 w 3752106"/>
                  <a:gd name="connsiteY2" fmla="*/ 1623113 h 1808375"/>
                  <a:gd name="connsiteX3" fmla="*/ 2482643 w 3752106"/>
                  <a:gd name="connsiteY3" fmla="*/ 1636581 h 1808375"/>
                  <a:gd name="connsiteX4" fmla="*/ 2698164 w 3752106"/>
                  <a:gd name="connsiteY4" fmla="*/ 196876 h 1808375"/>
                  <a:gd name="connsiteX5" fmla="*/ 3752106 w 3752106"/>
                  <a:gd name="connsiteY5" fmla="*/ 7868 h 1808375"/>
                  <a:gd name="connsiteX0" fmla="*/ 0 w 3752106"/>
                  <a:gd name="connsiteY0" fmla="*/ 7868 h 1806774"/>
                  <a:gd name="connsiteX1" fmla="*/ 1014926 w 3752106"/>
                  <a:gd name="connsiteY1" fmla="*/ 208608 h 1806774"/>
                  <a:gd name="connsiteX2" fmla="*/ 1232451 w 3752106"/>
                  <a:gd name="connsiteY2" fmla="*/ 1623113 h 1806774"/>
                  <a:gd name="connsiteX3" fmla="*/ 2482643 w 3752106"/>
                  <a:gd name="connsiteY3" fmla="*/ 1636581 h 1806774"/>
                  <a:gd name="connsiteX4" fmla="*/ 2698164 w 3752106"/>
                  <a:gd name="connsiteY4" fmla="*/ 221859 h 1806774"/>
                  <a:gd name="connsiteX5" fmla="*/ 3752106 w 3752106"/>
                  <a:gd name="connsiteY5" fmla="*/ 7868 h 1806774"/>
                  <a:gd name="connsiteX0" fmla="*/ 0 w 3752106"/>
                  <a:gd name="connsiteY0" fmla="*/ 7868 h 1807413"/>
                  <a:gd name="connsiteX1" fmla="*/ 1014926 w 3752106"/>
                  <a:gd name="connsiteY1" fmla="*/ 208608 h 1807413"/>
                  <a:gd name="connsiteX2" fmla="*/ 1232451 w 3752106"/>
                  <a:gd name="connsiteY2" fmla="*/ 1623113 h 1807413"/>
                  <a:gd name="connsiteX3" fmla="*/ 2482643 w 3752106"/>
                  <a:gd name="connsiteY3" fmla="*/ 1636581 h 1807413"/>
                  <a:gd name="connsiteX4" fmla="*/ 2688661 w 3752106"/>
                  <a:gd name="connsiteY4" fmla="*/ 211865 h 1807413"/>
                  <a:gd name="connsiteX5" fmla="*/ 3752106 w 3752106"/>
                  <a:gd name="connsiteY5" fmla="*/ 7868 h 1807413"/>
                  <a:gd name="connsiteX0" fmla="*/ 0 w 3752106"/>
                  <a:gd name="connsiteY0" fmla="*/ 7868 h 1807413"/>
                  <a:gd name="connsiteX1" fmla="*/ 1014926 w 3752106"/>
                  <a:gd name="connsiteY1" fmla="*/ 208608 h 1807413"/>
                  <a:gd name="connsiteX2" fmla="*/ 1232451 w 3752106"/>
                  <a:gd name="connsiteY2" fmla="*/ 1623113 h 1807413"/>
                  <a:gd name="connsiteX3" fmla="*/ 2482643 w 3752106"/>
                  <a:gd name="connsiteY3" fmla="*/ 1636581 h 1807413"/>
                  <a:gd name="connsiteX4" fmla="*/ 2702916 w 3752106"/>
                  <a:gd name="connsiteY4" fmla="*/ 211865 h 1807413"/>
                  <a:gd name="connsiteX5" fmla="*/ 3752106 w 3752106"/>
                  <a:gd name="connsiteY5" fmla="*/ 7868 h 1807413"/>
                  <a:gd name="connsiteX0" fmla="*/ 0 w 3752106"/>
                  <a:gd name="connsiteY0" fmla="*/ 7868 h 1807093"/>
                  <a:gd name="connsiteX1" fmla="*/ 1014926 w 3752106"/>
                  <a:gd name="connsiteY1" fmla="*/ 208608 h 1807093"/>
                  <a:gd name="connsiteX2" fmla="*/ 1232451 w 3752106"/>
                  <a:gd name="connsiteY2" fmla="*/ 1623113 h 1807093"/>
                  <a:gd name="connsiteX3" fmla="*/ 2482643 w 3752106"/>
                  <a:gd name="connsiteY3" fmla="*/ 1636581 h 1807093"/>
                  <a:gd name="connsiteX4" fmla="*/ 2731426 w 3752106"/>
                  <a:gd name="connsiteY4" fmla="*/ 216861 h 1807093"/>
                  <a:gd name="connsiteX5" fmla="*/ 3752106 w 3752106"/>
                  <a:gd name="connsiteY5" fmla="*/ 7868 h 1807093"/>
                  <a:gd name="connsiteX0" fmla="*/ 0 w 3752106"/>
                  <a:gd name="connsiteY0" fmla="*/ 7868 h 1807093"/>
                  <a:gd name="connsiteX1" fmla="*/ 1014926 w 3752106"/>
                  <a:gd name="connsiteY1" fmla="*/ 208608 h 1807093"/>
                  <a:gd name="connsiteX2" fmla="*/ 1232451 w 3752106"/>
                  <a:gd name="connsiteY2" fmla="*/ 1623113 h 1807093"/>
                  <a:gd name="connsiteX3" fmla="*/ 2482643 w 3752106"/>
                  <a:gd name="connsiteY3" fmla="*/ 1636581 h 1807093"/>
                  <a:gd name="connsiteX4" fmla="*/ 2707668 w 3752106"/>
                  <a:gd name="connsiteY4" fmla="*/ 216861 h 1807093"/>
                  <a:gd name="connsiteX5" fmla="*/ 3752106 w 3752106"/>
                  <a:gd name="connsiteY5" fmla="*/ 7868 h 1807093"/>
                  <a:gd name="connsiteX0" fmla="*/ 0 w 3752106"/>
                  <a:gd name="connsiteY0" fmla="*/ 7868 h 1807413"/>
                  <a:gd name="connsiteX1" fmla="*/ 1014926 w 3752106"/>
                  <a:gd name="connsiteY1" fmla="*/ 208608 h 1807413"/>
                  <a:gd name="connsiteX2" fmla="*/ 1232451 w 3752106"/>
                  <a:gd name="connsiteY2" fmla="*/ 1623113 h 1807413"/>
                  <a:gd name="connsiteX3" fmla="*/ 2482643 w 3752106"/>
                  <a:gd name="connsiteY3" fmla="*/ 1636581 h 1807413"/>
                  <a:gd name="connsiteX4" fmla="*/ 2726675 w 3752106"/>
                  <a:gd name="connsiteY4" fmla="*/ 211864 h 1807413"/>
                  <a:gd name="connsiteX5" fmla="*/ 3752106 w 3752106"/>
                  <a:gd name="connsiteY5" fmla="*/ 7868 h 1807413"/>
                  <a:gd name="connsiteX0" fmla="*/ 0 w 3752106"/>
                  <a:gd name="connsiteY0" fmla="*/ 7868 h 1807413"/>
                  <a:gd name="connsiteX1" fmla="*/ 1014926 w 3752106"/>
                  <a:gd name="connsiteY1" fmla="*/ 208608 h 1807413"/>
                  <a:gd name="connsiteX2" fmla="*/ 1232451 w 3752106"/>
                  <a:gd name="connsiteY2" fmla="*/ 1623113 h 1807413"/>
                  <a:gd name="connsiteX3" fmla="*/ 2482643 w 3752106"/>
                  <a:gd name="connsiteY3" fmla="*/ 1636581 h 1807413"/>
                  <a:gd name="connsiteX4" fmla="*/ 2726675 w 3752106"/>
                  <a:gd name="connsiteY4" fmla="*/ 211864 h 1807413"/>
                  <a:gd name="connsiteX5" fmla="*/ 3752106 w 3752106"/>
                  <a:gd name="connsiteY5" fmla="*/ 7868 h 1807413"/>
                  <a:gd name="connsiteX0" fmla="*/ 0 w 3752106"/>
                  <a:gd name="connsiteY0" fmla="*/ 12554 h 1812099"/>
                  <a:gd name="connsiteX1" fmla="*/ 1014926 w 3752106"/>
                  <a:gd name="connsiteY1" fmla="*/ 213294 h 1812099"/>
                  <a:gd name="connsiteX2" fmla="*/ 1232451 w 3752106"/>
                  <a:gd name="connsiteY2" fmla="*/ 1627799 h 1812099"/>
                  <a:gd name="connsiteX3" fmla="*/ 2482643 w 3752106"/>
                  <a:gd name="connsiteY3" fmla="*/ 1641267 h 1812099"/>
                  <a:gd name="connsiteX4" fmla="*/ 2726675 w 3752106"/>
                  <a:gd name="connsiteY4" fmla="*/ 216550 h 1812099"/>
                  <a:gd name="connsiteX5" fmla="*/ 3752106 w 3752106"/>
                  <a:gd name="connsiteY5" fmla="*/ 12554 h 1812099"/>
                  <a:gd name="connsiteX0" fmla="*/ 0 w 3752106"/>
                  <a:gd name="connsiteY0" fmla="*/ 14293 h 1813838"/>
                  <a:gd name="connsiteX1" fmla="*/ 1014926 w 3752106"/>
                  <a:gd name="connsiteY1" fmla="*/ 215033 h 1813838"/>
                  <a:gd name="connsiteX2" fmla="*/ 1232451 w 3752106"/>
                  <a:gd name="connsiteY2" fmla="*/ 1629538 h 1813838"/>
                  <a:gd name="connsiteX3" fmla="*/ 2482643 w 3752106"/>
                  <a:gd name="connsiteY3" fmla="*/ 1643006 h 1813838"/>
                  <a:gd name="connsiteX4" fmla="*/ 2726675 w 3752106"/>
                  <a:gd name="connsiteY4" fmla="*/ 218289 h 1813838"/>
                  <a:gd name="connsiteX5" fmla="*/ 3752106 w 3752106"/>
                  <a:gd name="connsiteY5" fmla="*/ 14293 h 1813838"/>
                  <a:gd name="connsiteX0" fmla="*/ 0 w 3752106"/>
                  <a:gd name="connsiteY0" fmla="*/ 12555 h 1812100"/>
                  <a:gd name="connsiteX1" fmla="*/ 1014926 w 3752106"/>
                  <a:gd name="connsiteY1" fmla="*/ 213295 h 1812100"/>
                  <a:gd name="connsiteX2" fmla="*/ 1232451 w 3752106"/>
                  <a:gd name="connsiteY2" fmla="*/ 1627800 h 1812100"/>
                  <a:gd name="connsiteX3" fmla="*/ 2482643 w 3752106"/>
                  <a:gd name="connsiteY3" fmla="*/ 1641268 h 1812100"/>
                  <a:gd name="connsiteX4" fmla="*/ 2726675 w 3752106"/>
                  <a:gd name="connsiteY4" fmla="*/ 216551 h 1812100"/>
                  <a:gd name="connsiteX5" fmla="*/ 3752106 w 3752106"/>
                  <a:gd name="connsiteY5" fmla="*/ 12555 h 1812100"/>
                  <a:gd name="connsiteX0" fmla="*/ 0 w 3752106"/>
                  <a:gd name="connsiteY0" fmla="*/ 8582 h 1808127"/>
                  <a:gd name="connsiteX1" fmla="*/ 1014926 w 3752106"/>
                  <a:gd name="connsiteY1" fmla="*/ 209322 h 1808127"/>
                  <a:gd name="connsiteX2" fmla="*/ 1232451 w 3752106"/>
                  <a:gd name="connsiteY2" fmla="*/ 1623827 h 1808127"/>
                  <a:gd name="connsiteX3" fmla="*/ 2482643 w 3752106"/>
                  <a:gd name="connsiteY3" fmla="*/ 1637295 h 1808127"/>
                  <a:gd name="connsiteX4" fmla="*/ 2726675 w 3752106"/>
                  <a:gd name="connsiteY4" fmla="*/ 212578 h 1808127"/>
                  <a:gd name="connsiteX5" fmla="*/ 3752106 w 3752106"/>
                  <a:gd name="connsiteY5" fmla="*/ 8582 h 1808127"/>
                  <a:gd name="connsiteX0" fmla="*/ 0 w 3752106"/>
                  <a:gd name="connsiteY0" fmla="*/ 7869 h 1807414"/>
                  <a:gd name="connsiteX1" fmla="*/ 1014926 w 3752106"/>
                  <a:gd name="connsiteY1" fmla="*/ 208609 h 1807414"/>
                  <a:gd name="connsiteX2" fmla="*/ 1232451 w 3752106"/>
                  <a:gd name="connsiteY2" fmla="*/ 1623114 h 1807414"/>
                  <a:gd name="connsiteX3" fmla="*/ 2482643 w 3752106"/>
                  <a:gd name="connsiteY3" fmla="*/ 1636582 h 1807414"/>
                  <a:gd name="connsiteX4" fmla="*/ 2726675 w 3752106"/>
                  <a:gd name="connsiteY4" fmla="*/ 211865 h 1807414"/>
                  <a:gd name="connsiteX5" fmla="*/ 3752106 w 3752106"/>
                  <a:gd name="connsiteY5" fmla="*/ 7869 h 1807414"/>
                  <a:gd name="connsiteX0" fmla="*/ 0 w 3718844"/>
                  <a:gd name="connsiteY0" fmla="*/ 7869 h 1807414"/>
                  <a:gd name="connsiteX1" fmla="*/ 1014926 w 3718844"/>
                  <a:gd name="connsiteY1" fmla="*/ 208609 h 1807414"/>
                  <a:gd name="connsiteX2" fmla="*/ 1232451 w 3718844"/>
                  <a:gd name="connsiteY2" fmla="*/ 1623114 h 1807414"/>
                  <a:gd name="connsiteX3" fmla="*/ 2482643 w 3718844"/>
                  <a:gd name="connsiteY3" fmla="*/ 1636582 h 1807414"/>
                  <a:gd name="connsiteX4" fmla="*/ 2726675 w 3718844"/>
                  <a:gd name="connsiteY4" fmla="*/ 211865 h 1807414"/>
                  <a:gd name="connsiteX5" fmla="*/ 3718844 w 3718844"/>
                  <a:gd name="connsiteY5" fmla="*/ 7869 h 1807414"/>
                  <a:gd name="connsiteX0" fmla="*/ 0 w 3718844"/>
                  <a:gd name="connsiteY0" fmla="*/ 22705 h 1822250"/>
                  <a:gd name="connsiteX1" fmla="*/ 1014926 w 3718844"/>
                  <a:gd name="connsiteY1" fmla="*/ 223445 h 1822250"/>
                  <a:gd name="connsiteX2" fmla="*/ 1232451 w 3718844"/>
                  <a:gd name="connsiteY2" fmla="*/ 1637950 h 1822250"/>
                  <a:gd name="connsiteX3" fmla="*/ 2482643 w 3718844"/>
                  <a:gd name="connsiteY3" fmla="*/ 1651418 h 1822250"/>
                  <a:gd name="connsiteX4" fmla="*/ 2726675 w 3718844"/>
                  <a:gd name="connsiteY4" fmla="*/ 226701 h 1822250"/>
                  <a:gd name="connsiteX5" fmla="*/ 3718844 w 3718844"/>
                  <a:gd name="connsiteY5" fmla="*/ 22705 h 1822250"/>
                  <a:gd name="connsiteX0" fmla="*/ 0 w 3718844"/>
                  <a:gd name="connsiteY0" fmla="*/ 19825 h 1819370"/>
                  <a:gd name="connsiteX1" fmla="*/ 1014926 w 3718844"/>
                  <a:gd name="connsiteY1" fmla="*/ 220565 h 1819370"/>
                  <a:gd name="connsiteX2" fmla="*/ 1232451 w 3718844"/>
                  <a:gd name="connsiteY2" fmla="*/ 1635070 h 1819370"/>
                  <a:gd name="connsiteX3" fmla="*/ 2482643 w 3718844"/>
                  <a:gd name="connsiteY3" fmla="*/ 1648538 h 1819370"/>
                  <a:gd name="connsiteX4" fmla="*/ 2726675 w 3718844"/>
                  <a:gd name="connsiteY4" fmla="*/ 223821 h 1819370"/>
                  <a:gd name="connsiteX5" fmla="*/ 3718844 w 3718844"/>
                  <a:gd name="connsiteY5" fmla="*/ 24822 h 1819370"/>
                  <a:gd name="connsiteX0" fmla="*/ 0 w 3718844"/>
                  <a:gd name="connsiteY0" fmla="*/ 7869 h 1807414"/>
                  <a:gd name="connsiteX1" fmla="*/ 1014926 w 3718844"/>
                  <a:gd name="connsiteY1" fmla="*/ 208609 h 1807414"/>
                  <a:gd name="connsiteX2" fmla="*/ 1232451 w 3718844"/>
                  <a:gd name="connsiteY2" fmla="*/ 1623114 h 1807414"/>
                  <a:gd name="connsiteX3" fmla="*/ 2482643 w 3718844"/>
                  <a:gd name="connsiteY3" fmla="*/ 1636582 h 1807414"/>
                  <a:gd name="connsiteX4" fmla="*/ 2726675 w 3718844"/>
                  <a:gd name="connsiteY4" fmla="*/ 211865 h 1807414"/>
                  <a:gd name="connsiteX5" fmla="*/ 3718844 w 3718844"/>
                  <a:gd name="connsiteY5" fmla="*/ 12866 h 1807414"/>
                  <a:gd name="connsiteX0" fmla="*/ 0 w 3690334"/>
                  <a:gd name="connsiteY0" fmla="*/ 9329 h 1808874"/>
                  <a:gd name="connsiteX1" fmla="*/ 1014926 w 3690334"/>
                  <a:gd name="connsiteY1" fmla="*/ 210069 h 1808874"/>
                  <a:gd name="connsiteX2" fmla="*/ 1232451 w 3690334"/>
                  <a:gd name="connsiteY2" fmla="*/ 1624574 h 1808874"/>
                  <a:gd name="connsiteX3" fmla="*/ 2482643 w 3690334"/>
                  <a:gd name="connsiteY3" fmla="*/ 1638042 h 1808874"/>
                  <a:gd name="connsiteX4" fmla="*/ 2726675 w 3690334"/>
                  <a:gd name="connsiteY4" fmla="*/ 213325 h 1808874"/>
                  <a:gd name="connsiteX5" fmla="*/ 3690334 w 3690334"/>
                  <a:gd name="connsiteY5" fmla="*/ 4333 h 1808874"/>
                  <a:gd name="connsiteX0" fmla="*/ 0 w 3690334"/>
                  <a:gd name="connsiteY0" fmla="*/ 9329 h 1826038"/>
                  <a:gd name="connsiteX1" fmla="*/ 1014926 w 3690334"/>
                  <a:gd name="connsiteY1" fmla="*/ 210069 h 1826038"/>
                  <a:gd name="connsiteX2" fmla="*/ 1232451 w 3690334"/>
                  <a:gd name="connsiteY2" fmla="*/ 1624574 h 1826038"/>
                  <a:gd name="connsiteX3" fmla="*/ 1853336 w 3690334"/>
                  <a:gd name="connsiteY3" fmla="*/ 1808394 h 1826038"/>
                  <a:gd name="connsiteX4" fmla="*/ 2482643 w 3690334"/>
                  <a:gd name="connsiteY4" fmla="*/ 1638042 h 1826038"/>
                  <a:gd name="connsiteX5" fmla="*/ 2726675 w 3690334"/>
                  <a:gd name="connsiteY5" fmla="*/ 213325 h 1826038"/>
                  <a:gd name="connsiteX6" fmla="*/ 3690334 w 3690334"/>
                  <a:gd name="connsiteY6" fmla="*/ 4333 h 1826038"/>
                  <a:gd name="connsiteX0" fmla="*/ 0 w 3690334"/>
                  <a:gd name="connsiteY0" fmla="*/ 9329 h 1826038"/>
                  <a:gd name="connsiteX1" fmla="*/ 1014926 w 3690334"/>
                  <a:gd name="connsiteY1" fmla="*/ 210069 h 1826038"/>
                  <a:gd name="connsiteX2" fmla="*/ 1232451 w 3690334"/>
                  <a:gd name="connsiteY2" fmla="*/ 1624574 h 1826038"/>
                  <a:gd name="connsiteX3" fmla="*/ 1853336 w 3690334"/>
                  <a:gd name="connsiteY3" fmla="*/ 1808394 h 1826038"/>
                  <a:gd name="connsiteX4" fmla="*/ 2482643 w 3690334"/>
                  <a:gd name="connsiteY4" fmla="*/ 1638042 h 1826038"/>
                  <a:gd name="connsiteX5" fmla="*/ 2726675 w 3690334"/>
                  <a:gd name="connsiteY5" fmla="*/ 213325 h 1826038"/>
                  <a:gd name="connsiteX6" fmla="*/ 3690334 w 3690334"/>
                  <a:gd name="connsiteY6" fmla="*/ 4333 h 1826038"/>
                  <a:gd name="connsiteX0" fmla="*/ 0 w 3690334"/>
                  <a:gd name="connsiteY0" fmla="*/ 9329 h 1826038"/>
                  <a:gd name="connsiteX1" fmla="*/ 1014926 w 3690334"/>
                  <a:gd name="connsiteY1" fmla="*/ 210069 h 1826038"/>
                  <a:gd name="connsiteX2" fmla="*/ 1232451 w 3690334"/>
                  <a:gd name="connsiteY2" fmla="*/ 1624574 h 1826038"/>
                  <a:gd name="connsiteX3" fmla="*/ 1853336 w 3690334"/>
                  <a:gd name="connsiteY3" fmla="*/ 1808394 h 1826038"/>
                  <a:gd name="connsiteX4" fmla="*/ 2482643 w 3690334"/>
                  <a:gd name="connsiteY4" fmla="*/ 1638042 h 1826038"/>
                  <a:gd name="connsiteX5" fmla="*/ 2726675 w 3690334"/>
                  <a:gd name="connsiteY5" fmla="*/ 213325 h 1826038"/>
                  <a:gd name="connsiteX6" fmla="*/ 3690334 w 3690334"/>
                  <a:gd name="connsiteY6" fmla="*/ 4333 h 1826038"/>
                  <a:gd name="connsiteX0" fmla="*/ 0 w 3690334"/>
                  <a:gd name="connsiteY0" fmla="*/ 9329 h 1855468"/>
                  <a:gd name="connsiteX1" fmla="*/ 1014926 w 3690334"/>
                  <a:gd name="connsiteY1" fmla="*/ 210069 h 1855468"/>
                  <a:gd name="connsiteX2" fmla="*/ 1232451 w 3690334"/>
                  <a:gd name="connsiteY2" fmla="*/ 1624574 h 1855468"/>
                  <a:gd name="connsiteX3" fmla="*/ 1853336 w 3690334"/>
                  <a:gd name="connsiteY3" fmla="*/ 1848368 h 1855468"/>
                  <a:gd name="connsiteX4" fmla="*/ 2482643 w 3690334"/>
                  <a:gd name="connsiteY4" fmla="*/ 1638042 h 1855468"/>
                  <a:gd name="connsiteX5" fmla="*/ 2726675 w 3690334"/>
                  <a:gd name="connsiteY5" fmla="*/ 213325 h 1855468"/>
                  <a:gd name="connsiteX6" fmla="*/ 3690334 w 3690334"/>
                  <a:gd name="connsiteY6" fmla="*/ 4333 h 1855468"/>
                  <a:gd name="connsiteX0" fmla="*/ 0 w 3690334"/>
                  <a:gd name="connsiteY0" fmla="*/ 9329 h 1880903"/>
                  <a:gd name="connsiteX1" fmla="*/ 1014926 w 3690334"/>
                  <a:gd name="connsiteY1" fmla="*/ 210069 h 1880903"/>
                  <a:gd name="connsiteX2" fmla="*/ 1232451 w 3690334"/>
                  <a:gd name="connsiteY2" fmla="*/ 1624574 h 1880903"/>
                  <a:gd name="connsiteX3" fmla="*/ 1853336 w 3690334"/>
                  <a:gd name="connsiteY3" fmla="*/ 1878348 h 1880903"/>
                  <a:gd name="connsiteX4" fmla="*/ 2482643 w 3690334"/>
                  <a:gd name="connsiteY4" fmla="*/ 1638042 h 1880903"/>
                  <a:gd name="connsiteX5" fmla="*/ 2726675 w 3690334"/>
                  <a:gd name="connsiteY5" fmla="*/ 213325 h 1880903"/>
                  <a:gd name="connsiteX6" fmla="*/ 3690334 w 3690334"/>
                  <a:gd name="connsiteY6" fmla="*/ 4333 h 1880903"/>
                  <a:gd name="connsiteX0" fmla="*/ 0 w 3690334"/>
                  <a:gd name="connsiteY0" fmla="*/ 9329 h 1819438"/>
                  <a:gd name="connsiteX1" fmla="*/ 1014926 w 3690334"/>
                  <a:gd name="connsiteY1" fmla="*/ 210069 h 1819438"/>
                  <a:gd name="connsiteX2" fmla="*/ 1232451 w 3690334"/>
                  <a:gd name="connsiteY2" fmla="*/ 1624574 h 1819438"/>
                  <a:gd name="connsiteX3" fmla="*/ 1858088 w 3690334"/>
                  <a:gd name="connsiteY3" fmla="*/ 1798401 h 1819438"/>
                  <a:gd name="connsiteX4" fmla="*/ 2482643 w 3690334"/>
                  <a:gd name="connsiteY4" fmla="*/ 1638042 h 1819438"/>
                  <a:gd name="connsiteX5" fmla="*/ 2726675 w 3690334"/>
                  <a:gd name="connsiteY5" fmla="*/ 213325 h 1819438"/>
                  <a:gd name="connsiteX6" fmla="*/ 3690334 w 3690334"/>
                  <a:gd name="connsiteY6" fmla="*/ 4333 h 1819438"/>
                  <a:gd name="connsiteX0" fmla="*/ 0 w 3690334"/>
                  <a:gd name="connsiteY0" fmla="*/ 9329 h 1818240"/>
                  <a:gd name="connsiteX1" fmla="*/ 1014926 w 3690334"/>
                  <a:gd name="connsiteY1" fmla="*/ 210069 h 1818240"/>
                  <a:gd name="connsiteX2" fmla="*/ 1232451 w 3690334"/>
                  <a:gd name="connsiteY2" fmla="*/ 1624574 h 1818240"/>
                  <a:gd name="connsiteX3" fmla="*/ 1858088 w 3690334"/>
                  <a:gd name="connsiteY3" fmla="*/ 1798401 h 1818240"/>
                  <a:gd name="connsiteX4" fmla="*/ 2515906 w 3690334"/>
                  <a:gd name="connsiteY4" fmla="*/ 1558095 h 1818240"/>
                  <a:gd name="connsiteX5" fmla="*/ 2726675 w 3690334"/>
                  <a:gd name="connsiteY5" fmla="*/ 213325 h 1818240"/>
                  <a:gd name="connsiteX6" fmla="*/ 3690334 w 3690334"/>
                  <a:gd name="connsiteY6" fmla="*/ 4333 h 1818240"/>
                  <a:gd name="connsiteX0" fmla="*/ 0 w 3690334"/>
                  <a:gd name="connsiteY0" fmla="*/ 9329 h 1799727"/>
                  <a:gd name="connsiteX1" fmla="*/ 1014926 w 3690334"/>
                  <a:gd name="connsiteY1" fmla="*/ 210069 h 1799727"/>
                  <a:gd name="connsiteX2" fmla="*/ 1199189 w 3690334"/>
                  <a:gd name="connsiteY2" fmla="*/ 1544626 h 1799727"/>
                  <a:gd name="connsiteX3" fmla="*/ 1858088 w 3690334"/>
                  <a:gd name="connsiteY3" fmla="*/ 1798401 h 1799727"/>
                  <a:gd name="connsiteX4" fmla="*/ 2515906 w 3690334"/>
                  <a:gd name="connsiteY4" fmla="*/ 1558095 h 1799727"/>
                  <a:gd name="connsiteX5" fmla="*/ 2726675 w 3690334"/>
                  <a:gd name="connsiteY5" fmla="*/ 213325 h 1799727"/>
                  <a:gd name="connsiteX6" fmla="*/ 3690334 w 3690334"/>
                  <a:gd name="connsiteY6" fmla="*/ 4333 h 1799727"/>
                  <a:gd name="connsiteX0" fmla="*/ 0 w 3690334"/>
                  <a:gd name="connsiteY0" fmla="*/ 9329 h 1798918"/>
                  <a:gd name="connsiteX1" fmla="*/ 1014926 w 3690334"/>
                  <a:gd name="connsiteY1" fmla="*/ 210069 h 1798918"/>
                  <a:gd name="connsiteX2" fmla="*/ 1199189 w 3690334"/>
                  <a:gd name="connsiteY2" fmla="*/ 1544626 h 1798918"/>
                  <a:gd name="connsiteX3" fmla="*/ 1858088 w 3690334"/>
                  <a:gd name="connsiteY3" fmla="*/ 1798401 h 1798918"/>
                  <a:gd name="connsiteX4" fmla="*/ 2525409 w 3690334"/>
                  <a:gd name="connsiteY4" fmla="*/ 1533111 h 1798918"/>
                  <a:gd name="connsiteX5" fmla="*/ 2726675 w 3690334"/>
                  <a:gd name="connsiteY5" fmla="*/ 213325 h 1798918"/>
                  <a:gd name="connsiteX6" fmla="*/ 3690334 w 3690334"/>
                  <a:gd name="connsiteY6" fmla="*/ 4333 h 1798918"/>
                  <a:gd name="connsiteX0" fmla="*/ 0 w 3690334"/>
                  <a:gd name="connsiteY0" fmla="*/ 9329 h 1798668"/>
                  <a:gd name="connsiteX1" fmla="*/ 1014926 w 3690334"/>
                  <a:gd name="connsiteY1" fmla="*/ 210069 h 1798668"/>
                  <a:gd name="connsiteX2" fmla="*/ 1199189 w 3690334"/>
                  <a:gd name="connsiteY2" fmla="*/ 1544626 h 1798668"/>
                  <a:gd name="connsiteX3" fmla="*/ 1858088 w 3690334"/>
                  <a:gd name="connsiteY3" fmla="*/ 1798401 h 1798668"/>
                  <a:gd name="connsiteX4" fmla="*/ 2525409 w 3690334"/>
                  <a:gd name="connsiteY4" fmla="*/ 1548101 h 1798668"/>
                  <a:gd name="connsiteX5" fmla="*/ 2726675 w 3690334"/>
                  <a:gd name="connsiteY5" fmla="*/ 213325 h 1798668"/>
                  <a:gd name="connsiteX6" fmla="*/ 3690334 w 3690334"/>
                  <a:gd name="connsiteY6" fmla="*/ 4333 h 1798668"/>
                  <a:gd name="connsiteX0" fmla="*/ 0 w 2726675"/>
                  <a:gd name="connsiteY0" fmla="*/ 7869 h 1797208"/>
                  <a:gd name="connsiteX1" fmla="*/ 1014926 w 2726675"/>
                  <a:gd name="connsiteY1" fmla="*/ 208609 h 1797208"/>
                  <a:gd name="connsiteX2" fmla="*/ 1199189 w 2726675"/>
                  <a:gd name="connsiteY2" fmla="*/ 1543166 h 1797208"/>
                  <a:gd name="connsiteX3" fmla="*/ 1858088 w 2726675"/>
                  <a:gd name="connsiteY3" fmla="*/ 1796941 h 1797208"/>
                  <a:gd name="connsiteX4" fmla="*/ 2525409 w 2726675"/>
                  <a:gd name="connsiteY4" fmla="*/ 1546641 h 1797208"/>
                  <a:gd name="connsiteX5" fmla="*/ 2726675 w 2726675"/>
                  <a:gd name="connsiteY5" fmla="*/ 211865 h 1797208"/>
                  <a:gd name="connsiteX0" fmla="*/ 0 w 2525409"/>
                  <a:gd name="connsiteY0" fmla="*/ 7869 h 1797208"/>
                  <a:gd name="connsiteX1" fmla="*/ 1014926 w 2525409"/>
                  <a:gd name="connsiteY1" fmla="*/ 208609 h 1797208"/>
                  <a:gd name="connsiteX2" fmla="*/ 1199189 w 2525409"/>
                  <a:gd name="connsiteY2" fmla="*/ 1543166 h 1797208"/>
                  <a:gd name="connsiteX3" fmla="*/ 1858088 w 2525409"/>
                  <a:gd name="connsiteY3" fmla="*/ 1796941 h 1797208"/>
                  <a:gd name="connsiteX4" fmla="*/ 2525409 w 2525409"/>
                  <a:gd name="connsiteY4" fmla="*/ 1546641 h 1797208"/>
                  <a:gd name="connsiteX0" fmla="*/ 0 w 1858088"/>
                  <a:gd name="connsiteY0" fmla="*/ 7869 h 1796941"/>
                  <a:gd name="connsiteX1" fmla="*/ 1014926 w 1858088"/>
                  <a:gd name="connsiteY1" fmla="*/ 208609 h 1796941"/>
                  <a:gd name="connsiteX2" fmla="*/ 1199189 w 1858088"/>
                  <a:gd name="connsiteY2" fmla="*/ 1543166 h 1796941"/>
                  <a:gd name="connsiteX3" fmla="*/ 1858088 w 1858088"/>
                  <a:gd name="connsiteY3" fmla="*/ 1796941 h 1796941"/>
                  <a:gd name="connsiteX0" fmla="*/ 0 w 1858088"/>
                  <a:gd name="connsiteY0" fmla="*/ 0 h 1789072"/>
                  <a:gd name="connsiteX1" fmla="*/ 935955 w 1858088"/>
                  <a:gd name="connsiteY1" fmla="*/ 64305 h 1789072"/>
                  <a:gd name="connsiteX2" fmla="*/ 1014926 w 1858088"/>
                  <a:gd name="connsiteY2" fmla="*/ 200740 h 1789072"/>
                  <a:gd name="connsiteX3" fmla="*/ 1199189 w 1858088"/>
                  <a:gd name="connsiteY3" fmla="*/ 1535297 h 1789072"/>
                  <a:gd name="connsiteX4" fmla="*/ 1858088 w 1858088"/>
                  <a:gd name="connsiteY4" fmla="*/ 1789072 h 1789072"/>
                  <a:gd name="connsiteX0" fmla="*/ 0 w 1858088"/>
                  <a:gd name="connsiteY0" fmla="*/ 0 h 1789072"/>
                  <a:gd name="connsiteX1" fmla="*/ 796496 w 1858088"/>
                  <a:gd name="connsiteY1" fmla="*/ 47051 h 1789072"/>
                  <a:gd name="connsiteX2" fmla="*/ 935955 w 1858088"/>
                  <a:gd name="connsiteY2" fmla="*/ 64305 h 1789072"/>
                  <a:gd name="connsiteX3" fmla="*/ 1014926 w 1858088"/>
                  <a:gd name="connsiteY3" fmla="*/ 200740 h 1789072"/>
                  <a:gd name="connsiteX4" fmla="*/ 1199189 w 1858088"/>
                  <a:gd name="connsiteY4" fmla="*/ 1535297 h 1789072"/>
                  <a:gd name="connsiteX5" fmla="*/ 1858088 w 1858088"/>
                  <a:gd name="connsiteY5" fmla="*/ 1789072 h 1789072"/>
                  <a:gd name="connsiteX0" fmla="*/ 0 w 1858088"/>
                  <a:gd name="connsiteY0" fmla="*/ 0 h 1789072"/>
                  <a:gd name="connsiteX1" fmla="*/ 796496 w 1858088"/>
                  <a:gd name="connsiteY1" fmla="*/ 16858 h 1789072"/>
                  <a:gd name="connsiteX2" fmla="*/ 935955 w 1858088"/>
                  <a:gd name="connsiteY2" fmla="*/ 64305 h 1789072"/>
                  <a:gd name="connsiteX3" fmla="*/ 1014926 w 1858088"/>
                  <a:gd name="connsiteY3" fmla="*/ 200740 h 1789072"/>
                  <a:gd name="connsiteX4" fmla="*/ 1199189 w 1858088"/>
                  <a:gd name="connsiteY4" fmla="*/ 1535297 h 1789072"/>
                  <a:gd name="connsiteX5" fmla="*/ 1858088 w 1858088"/>
                  <a:gd name="connsiteY5" fmla="*/ 1789072 h 1789072"/>
                  <a:gd name="connsiteX0" fmla="*/ 0 w 1858088"/>
                  <a:gd name="connsiteY0" fmla="*/ 0 h 1789072"/>
                  <a:gd name="connsiteX1" fmla="*/ 796496 w 1858088"/>
                  <a:gd name="connsiteY1" fmla="*/ 16858 h 1789072"/>
                  <a:gd name="connsiteX2" fmla="*/ 972870 w 1858088"/>
                  <a:gd name="connsiteY2" fmla="*/ 51365 h 1789072"/>
                  <a:gd name="connsiteX3" fmla="*/ 1014926 w 1858088"/>
                  <a:gd name="connsiteY3" fmla="*/ 200740 h 1789072"/>
                  <a:gd name="connsiteX4" fmla="*/ 1199189 w 1858088"/>
                  <a:gd name="connsiteY4" fmla="*/ 1535297 h 1789072"/>
                  <a:gd name="connsiteX5" fmla="*/ 1858088 w 1858088"/>
                  <a:gd name="connsiteY5" fmla="*/ 1789072 h 1789072"/>
                  <a:gd name="connsiteX0" fmla="*/ 0 w 1858088"/>
                  <a:gd name="connsiteY0" fmla="*/ 0 h 1789072"/>
                  <a:gd name="connsiteX1" fmla="*/ 796496 w 1858088"/>
                  <a:gd name="connsiteY1" fmla="*/ 16858 h 1789072"/>
                  <a:gd name="connsiteX2" fmla="*/ 972870 w 1858088"/>
                  <a:gd name="connsiteY2" fmla="*/ 51365 h 1789072"/>
                  <a:gd name="connsiteX3" fmla="*/ 1014926 w 1858088"/>
                  <a:gd name="connsiteY3" fmla="*/ 200740 h 1789072"/>
                  <a:gd name="connsiteX4" fmla="*/ 1199189 w 1858088"/>
                  <a:gd name="connsiteY4" fmla="*/ 1535297 h 1789072"/>
                  <a:gd name="connsiteX5" fmla="*/ 1858088 w 1858088"/>
                  <a:gd name="connsiteY5" fmla="*/ 1789072 h 1789072"/>
                  <a:gd name="connsiteX0" fmla="*/ 0 w 1858088"/>
                  <a:gd name="connsiteY0" fmla="*/ 0 h 1789072"/>
                  <a:gd name="connsiteX1" fmla="*/ 796496 w 1858088"/>
                  <a:gd name="connsiteY1" fmla="*/ 16858 h 1789072"/>
                  <a:gd name="connsiteX2" fmla="*/ 1014926 w 1858088"/>
                  <a:gd name="connsiteY2" fmla="*/ 200740 h 1789072"/>
                  <a:gd name="connsiteX3" fmla="*/ 1199189 w 1858088"/>
                  <a:gd name="connsiteY3" fmla="*/ 1535297 h 1789072"/>
                  <a:gd name="connsiteX4" fmla="*/ 1858088 w 1858088"/>
                  <a:gd name="connsiteY4" fmla="*/ 1789072 h 1789072"/>
                  <a:gd name="connsiteX0" fmla="*/ 0 w 1858088"/>
                  <a:gd name="connsiteY0" fmla="*/ 0 h 1789072"/>
                  <a:gd name="connsiteX1" fmla="*/ 796496 w 1858088"/>
                  <a:gd name="connsiteY1" fmla="*/ 16858 h 1789072"/>
                  <a:gd name="connsiteX2" fmla="*/ 1014926 w 1858088"/>
                  <a:gd name="connsiteY2" fmla="*/ 200740 h 1789072"/>
                  <a:gd name="connsiteX3" fmla="*/ 1199189 w 1858088"/>
                  <a:gd name="connsiteY3" fmla="*/ 1535297 h 1789072"/>
                  <a:gd name="connsiteX4" fmla="*/ 1858088 w 1858088"/>
                  <a:gd name="connsiteY4" fmla="*/ 1789072 h 1789072"/>
                  <a:gd name="connsiteX0" fmla="*/ 0 w 1858088"/>
                  <a:gd name="connsiteY0" fmla="*/ 0 h 1789072"/>
                  <a:gd name="connsiteX1" fmla="*/ 1014926 w 1858088"/>
                  <a:gd name="connsiteY1" fmla="*/ 200740 h 1789072"/>
                  <a:gd name="connsiteX2" fmla="*/ 1199189 w 1858088"/>
                  <a:gd name="connsiteY2" fmla="*/ 1535297 h 1789072"/>
                  <a:gd name="connsiteX3" fmla="*/ 1858088 w 1858088"/>
                  <a:gd name="connsiteY3" fmla="*/ 1789072 h 1789072"/>
                  <a:gd name="connsiteX0" fmla="*/ 0 w 1858088"/>
                  <a:gd name="connsiteY0" fmla="*/ 0 h 1790959"/>
                  <a:gd name="connsiteX1" fmla="*/ 965706 w 1858088"/>
                  <a:gd name="connsiteY1" fmla="*/ 10959 h 1790959"/>
                  <a:gd name="connsiteX2" fmla="*/ 1199189 w 1858088"/>
                  <a:gd name="connsiteY2" fmla="*/ 1535297 h 1790959"/>
                  <a:gd name="connsiteX3" fmla="*/ 1858088 w 1858088"/>
                  <a:gd name="connsiteY3" fmla="*/ 1789072 h 1790959"/>
                  <a:gd name="connsiteX0" fmla="*/ 0 w 1858088"/>
                  <a:gd name="connsiteY0" fmla="*/ 0 h 1790959"/>
                  <a:gd name="connsiteX1" fmla="*/ 965706 w 1858088"/>
                  <a:gd name="connsiteY1" fmla="*/ 10959 h 1790959"/>
                  <a:gd name="connsiteX2" fmla="*/ 1199189 w 1858088"/>
                  <a:gd name="connsiteY2" fmla="*/ 1535297 h 1790959"/>
                  <a:gd name="connsiteX3" fmla="*/ 1858088 w 1858088"/>
                  <a:gd name="connsiteY3" fmla="*/ 1789072 h 1790959"/>
                  <a:gd name="connsiteX0" fmla="*/ 0 w 1858088"/>
                  <a:gd name="connsiteY0" fmla="*/ 0 h 1790959"/>
                  <a:gd name="connsiteX1" fmla="*/ 965706 w 1858088"/>
                  <a:gd name="connsiteY1" fmla="*/ 10959 h 1790959"/>
                  <a:gd name="connsiteX2" fmla="*/ 1199189 w 1858088"/>
                  <a:gd name="connsiteY2" fmla="*/ 1535297 h 1790959"/>
                  <a:gd name="connsiteX3" fmla="*/ 1858088 w 1858088"/>
                  <a:gd name="connsiteY3" fmla="*/ 1789072 h 1790959"/>
                  <a:gd name="connsiteX0" fmla="*/ 0 w 1858088"/>
                  <a:gd name="connsiteY0" fmla="*/ 0 h 1790959"/>
                  <a:gd name="connsiteX1" fmla="*/ 965706 w 1858088"/>
                  <a:gd name="connsiteY1" fmla="*/ 10959 h 1790959"/>
                  <a:gd name="connsiteX2" fmla="*/ 1199189 w 1858088"/>
                  <a:gd name="connsiteY2" fmla="*/ 1535297 h 1790959"/>
                  <a:gd name="connsiteX3" fmla="*/ 1858088 w 1858088"/>
                  <a:gd name="connsiteY3" fmla="*/ 1789072 h 1790959"/>
                  <a:gd name="connsiteX0" fmla="*/ 0 w 1858088"/>
                  <a:gd name="connsiteY0" fmla="*/ 0 h 1794903"/>
                  <a:gd name="connsiteX1" fmla="*/ 965706 w 1858088"/>
                  <a:gd name="connsiteY1" fmla="*/ 10959 h 1794903"/>
                  <a:gd name="connsiteX2" fmla="*/ 1199189 w 1858088"/>
                  <a:gd name="connsiteY2" fmla="*/ 1535297 h 1794903"/>
                  <a:gd name="connsiteX3" fmla="*/ 1858088 w 1858088"/>
                  <a:gd name="connsiteY3" fmla="*/ 1789072 h 1794903"/>
                  <a:gd name="connsiteX0" fmla="*/ 0 w 1853986"/>
                  <a:gd name="connsiteY0" fmla="*/ 0 h 1806841"/>
                  <a:gd name="connsiteX1" fmla="*/ 965706 w 1853986"/>
                  <a:gd name="connsiteY1" fmla="*/ 10959 h 1806841"/>
                  <a:gd name="connsiteX2" fmla="*/ 1199189 w 1853986"/>
                  <a:gd name="connsiteY2" fmla="*/ 1535297 h 1806841"/>
                  <a:gd name="connsiteX3" fmla="*/ 1853986 w 1853986"/>
                  <a:gd name="connsiteY3" fmla="*/ 1806325 h 1806841"/>
                  <a:gd name="connsiteX0" fmla="*/ 0 w 1853986"/>
                  <a:gd name="connsiteY0" fmla="*/ 0 h 1819312"/>
                  <a:gd name="connsiteX1" fmla="*/ 965706 w 1853986"/>
                  <a:gd name="connsiteY1" fmla="*/ 10959 h 1819312"/>
                  <a:gd name="connsiteX2" fmla="*/ 1199189 w 1853986"/>
                  <a:gd name="connsiteY2" fmla="*/ 1535297 h 1819312"/>
                  <a:gd name="connsiteX3" fmla="*/ 1853986 w 1853986"/>
                  <a:gd name="connsiteY3" fmla="*/ 1819264 h 18193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853986" h="1819312">
                    <a:moveTo>
                      <a:pt x="0" y="0"/>
                    </a:moveTo>
                    <a:lnTo>
                      <a:pt x="965706" y="10959"/>
                    </a:lnTo>
                    <a:cubicBezTo>
                      <a:pt x="1020807" y="301051"/>
                      <a:pt x="1051142" y="1233913"/>
                      <a:pt x="1199189" y="1535297"/>
                    </a:cubicBezTo>
                    <a:cubicBezTo>
                      <a:pt x="1347236" y="1836681"/>
                      <a:pt x="1632949" y="1818685"/>
                      <a:pt x="1853986" y="1819264"/>
                    </a:cubicBezTo>
                  </a:path>
                </a:pathLst>
              </a:custGeom>
              <a:noFill/>
              <a:ln w="12382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sp>
          <p:nvSpPr>
            <p:cNvPr id="5" name="Lightning Bolt 4">
              <a:extLst>
                <a:ext uri="{FF2B5EF4-FFF2-40B4-BE49-F238E27FC236}">
                  <a16:creationId xmlns:a16="http://schemas.microsoft.com/office/drawing/2014/main" id="{0071FC53-CE28-2EDA-A06B-1BF1773D3BFB}"/>
                </a:ext>
              </a:extLst>
            </p:cNvPr>
            <p:cNvSpPr>
              <a:spLocks/>
            </p:cNvSpPr>
            <p:nvPr/>
          </p:nvSpPr>
          <p:spPr>
            <a:xfrm rot="20698526" flipH="1">
              <a:off x="3959533" y="1477268"/>
              <a:ext cx="3027948" cy="2989081"/>
            </a:xfrm>
            <a:custGeom>
              <a:avLst/>
              <a:gdLst>
                <a:gd name="connsiteX0" fmla="*/ 8472 w 21600"/>
                <a:gd name="connsiteY0" fmla="*/ 0 h 21600"/>
                <a:gd name="connsiteX1" fmla="*/ 12860 w 21600"/>
                <a:gd name="connsiteY1" fmla="*/ 6080 h 21600"/>
                <a:gd name="connsiteX2" fmla="*/ 11050 w 21600"/>
                <a:gd name="connsiteY2" fmla="*/ 6797 h 21600"/>
                <a:gd name="connsiteX3" fmla="*/ 16577 w 21600"/>
                <a:gd name="connsiteY3" fmla="*/ 12007 h 21600"/>
                <a:gd name="connsiteX4" fmla="*/ 14767 w 21600"/>
                <a:gd name="connsiteY4" fmla="*/ 12877 h 21600"/>
                <a:gd name="connsiteX5" fmla="*/ 21600 w 21600"/>
                <a:gd name="connsiteY5" fmla="*/ 21600 h 21600"/>
                <a:gd name="connsiteX6" fmla="*/ 10012 w 21600"/>
                <a:gd name="connsiteY6" fmla="*/ 14915 h 21600"/>
                <a:gd name="connsiteX7" fmla="*/ 12222 w 21600"/>
                <a:gd name="connsiteY7" fmla="*/ 13987 h 21600"/>
                <a:gd name="connsiteX8" fmla="*/ 5022 w 21600"/>
                <a:gd name="connsiteY8" fmla="*/ 9705 h 21600"/>
                <a:gd name="connsiteX9" fmla="*/ 7602 w 21600"/>
                <a:gd name="connsiteY9" fmla="*/ 8382 h 21600"/>
                <a:gd name="connsiteX10" fmla="*/ 0 w 21600"/>
                <a:gd name="connsiteY10" fmla="*/ 3890 h 21600"/>
                <a:gd name="connsiteX11" fmla="*/ 8472 w 21600"/>
                <a:gd name="connsiteY11" fmla="*/ 0 h 21600"/>
                <a:gd name="connsiteX0" fmla="*/ 9160 w 21600"/>
                <a:gd name="connsiteY0" fmla="*/ 0 h 20270"/>
                <a:gd name="connsiteX1" fmla="*/ 12860 w 21600"/>
                <a:gd name="connsiteY1" fmla="*/ 4750 h 20270"/>
                <a:gd name="connsiteX2" fmla="*/ 11050 w 21600"/>
                <a:gd name="connsiteY2" fmla="*/ 5467 h 20270"/>
                <a:gd name="connsiteX3" fmla="*/ 16577 w 21600"/>
                <a:gd name="connsiteY3" fmla="*/ 10677 h 20270"/>
                <a:gd name="connsiteX4" fmla="*/ 14767 w 21600"/>
                <a:gd name="connsiteY4" fmla="*/ 11547 h 20270"/>
                <a:gd name="connsiteX5" fmla="*/ 21600 w 21600"/>
                <a:gd name="connsiteY5" fmla="*/ 20270 h 20270"/>
                <a:gd name="connsiteX6" fmla="*/ 10012 w 21600"/>
                <a:gd name="connsiteY6" fmla="*/ 13585 h 20270"/>
                <a:gd name="connsiteX7" fmla="*/ 12222 w 21600"/>
                <a:gd name="connsiteY7" fmla="*/ 12657 h 20270"/>
                <a:gd name="connsiteX8" fmla="*/ 5022 w 21600"/>
                <a:gd name="connsiteY8" fmla="*/ 8375 h 20270"/>
                <a:gd name="connsiteX9" fmla="*/ 7602 w 21600"/>
                <a:gd name="connsiteY9" fmla="*/ 7052 h 20270"/>
                <a:gd name="connsiteX10" fmla="*/ 0 w 21600"/>
                <a:gd name="connsiteY10" fmla="*/ 2560 h 20270"/>
                <a:gd name="connsiteX11" fmla="*/ 9160 w 21600"/>
                <a:gd name="connsiteY11" fmla="*/ 0 h 20270"/>
                <a:gd name="connsiteX0" fmla="*/ 8537 w 20977"/>
                <a:gd name="connsiteY0" fmla="*/ 0 h 20270"/>
                <a:gd name="connsiteX1" fmla="*/ 12237 w 20977"/>
                <a:gd name="connsiteY1" fmla="*/ 4750 h 20270"/>
                <a:gd name="connsiteX2" fmla="*/ 10427 w 20977"/>
                <a:gd name="connsiteY2" fmla="*/ 5467 h 20270"/>
                <a:gd name="connsiteX3" fmla="*/ 15954 w 20977"/>
                <a:gd name="connsiteY3" fmla="*/ 10677 h 20270"/>
                <a:gd name="connsiteX4" fmla="*/ 14144 w 20977"/>
                <a:gd name="connsiteY4" fmla="*/ 11547 h 20270"/>
                <a:gd name="connsiteX5" fmla="*/ 20977 w 20977"/>
                <a:gd name="connsiteY5" fmla="*/ 20270 h 20270"/>
                <a:gd name="connsiteX6" fmla="*/ 9389 w 20977"/>
                <a:gd name="connsiteY6" fmla="*/ 13585 h 20270"/>
                <a:gd name="connsiteX7" fmla="*/ 11599 w 20977"/>
                <a:gd name="connsiteY7" fmla="*/ 12657 h 20270"/>
                <a:gd name="connsiteX8" fmla="*/ 4399 w 20977"/>
                <a:gd name="connsiteY8" fmla="*/ 8375 h 20270"/>
                <a:gd name="connsiteX9" fmla="*/ 6979 w 20977"/>
                <a:gd name="connsiteY9" fmla="*/ 7052 h 20270"/>
                <a:gd name="connsiteX10" fmla="*/ 0 w 20977"/>
                <a:gd name="connsiteY10" fmla="*/ 2391 h 20270"/>
                <a:gd name="connsiteX11" fmla="*/ 8537 w 20977"/>
                <a:gd name="connsiteY11" fmla="*/ 0 h 20270"/>
                <a:gd name="connsiteX0" fmla="*/ 8537 w 20977"/>
                <a:gd name="connsiteY0" fmla="*/ 0 h 20270"/>
                <a:gd name="connsiteX1" fmla="*/ 12237 w 20977"/>
                <a:gd name="connsiteY1" fmla="*/ 4750 h 20270"/>
                <a:gd name="connsiteX2" fmla="*/ 15954 w 20977"/>
                <a:gd name="connsiteY2" fmla="*/ 10677 h 20270"/>
                <a:gd name="connsiteX3" fmla="*/ 14144 w 20977"/>
                <a:gd name="connsiteY3" fmla="*/ 11547 h 20270"/>
                <a:gd name="connsiteX4" fmla="*/ 20977 w 20977"/>
                <a:gd name="connsiteY4" fmla="*/ 20270 h 20270"/>
                <a:gd name="connsiteX5" fmla="*/ 9389 w 20977"/>
                <a:gd name="connsiteY5" fmla="*/ 13585 h 20270"/>
                <a:gd name="connsiteX6" fmla="*/ 11599 w 20977"/>
                <a:gd name="connsiteY6" fmla="*/ 12657 h 20270"/>
                <a:gd name="connsiteX7" fmla="*/ 4399 w 20977"/>
                <a:gd name="connsiteY7" fmla="*/ 8375 h 20270"/>
                <a:gd name="connsiteX8" fmla="*/ 6979 w 20977"/>
                <a:gd name="connsiteY8" fmla="*/ 7052 h 20270"/>
                <a:gd name="connsiteX9" fmla="*/ 0 w 20977"/>
                <a:gd name="connsiteY9" fmla="*/ 2391 h 20270"/>
                <a:gd name="connsiteX10" fmla="*/ 8537 w 20977"/>
                <a:gd name="connsiteY10" fmla="*/ 0 h 20270"/>
                <a:gd name="connsiteX0" fmla="*/ 8537 w 20977"/>
                <a:gd name="connsiteY0" fmla="*/ 0 h 20270"/>
                <a:gd name="connsiteX1" fmla="*/ 12237 w 20977"/>
                <a:gd name="connsiteY1" fmla="*/ 4750 h 20270"/>
                <a:gd name="connsiteX2" fmla="*/ 15954 w 20977"/>
                <a:gd name="connsiteY2" fmla="*/ 10677 h 20270"/>
                <a:gd name="connsiteX3" fmla="*/ 14144 w 20977"/>
                <a:gd name="connsiteY3" fmla="*/ 11547 h 20270"/>
                <a:gd name="connsiteX4" fmla="*/ 20977 w 20977"/>
                <a:gd name="connsiteY4" fmla="*/ 20270 h 20270"/>
                <a:gd name="connsiteX5" fmla="*/ 9389 w 20977"/>
                <a:gd name="connsiteY5" fmla="*/ 13585 h 20270"/>
                <a:gd name="connsiteX6" fmla="*/ 11599 w 20977"/>
                <a:gd name="connsiteY6" fmla="*/ 12657 h 20270"/>
                <a:gd name="connsiteX7" fmla="*/ 6979 w 20977"/>
                <a:gd name="connsiteY7" fmla="*/ 7052 h 20270"/>
                <a:gd name="connsiteX8" fmla="*/ 0 w 20977"/>
                <a:gd name="connsiteY8" fmla="*/ 2391 h 20270"/>
                <a:gd name="connsiteX9" fmla="*/ 8537 w 20977"/>
                <a:gd name="connsiteY9" fmla="*/ 0 h 20270"/>
                <a:gd name="connsiteX0" fmla="*/ 8537 w 20977"/>
                <a:gd name="connsiteY0" fmla="*/ 0 h 20270"/>
                <a:gd name="connsiteX1" fmla="*/ 12237 w 20977"/>
                <a:gd name="connsiteY1" fmla="*/ 4750 h 20270"/>
                <a:gd name="connsiteX2" fmla="*/ 15954 w 20977"/>
                <a:gd name="connsiteY2" fmla="*/ 10677 h 20270"/>
                <a:gd name="connsiteX3" fmla="*/ 14144 w 20977"/>
                <a:gd name="connsiteY3" fmla="*/ 11547 h 20270"/>
                <a:gd name="connsiteX4" fmla="*/ 20977 w 20977"/>
                <a:gd name="connsiteY4" fmla="*/ 20270 h 20270"/>
                <a:gd name="connsiteX5" fmla="*/ 9389 w 20977"/>
                <a:gd name="connsiteY5" fmla="*/ 13585 h 20270"/>
                <a:gd name="connsiteX6" fmla="*/ 11599 w 20977"/>
                <a:gd name="connsiteY6" fmla="*/ 12657 h 20270"/>
                <a:gd name="connsiteX7" fmla="*/ 0 w 20977"/>
                <a:gd name="connsiteY7" fmla="*/ 2391 h 20270"/>
                <a:gd name="connsiteX8" fmla="*/ 8537 w 20977"/>
                <a:gd name="connsiteY8" fmla="*/ 0 h 20270"/>
                <a:gd name="connsiteX0" fmla="*/ 8537 w 20977"/>
                <a:gd name="connsiteY0" fmla="*/ 0 h 20270"/>
                <a:gd name="connsiteX1" fmla="*/ 15954 w 20977"/>
                <a:gd name="connsiteY1" fmla="*/ 10677 h 20270"/>
                <a:gd name="connsiteX2" fmla="*/ 14144 w 20977"/>
                <a:gd name="connsiteY2" fmla="*/ 11547 h 20270"/>
                <a:gd name="connsiteX3" fmla="*/ 20977 w 20977"/>
                <a:gd name="connsiteY3" fmla="*/ 20270 h 20270"/>
                <a:gd name="connsiteX4" fmla="*/ 9389 w 20977"/>
                <a:gd name="connsiteY4" fmla="*/ 13585 h 20270"/>
                <a:gd name="connsiteX5" fmla="*/ 11599 w 20977"/>
                <a:gd name="connsiteY5" fmla="*/ 12657 h 20270"/>
                <a:gd name="connsiteX6" fmla="*/ 0 w 20977"/>
                <a:gd name="connsiteY6" fmla="*/ 2391 h 20270"/>
                <a:gd name="connsiteX7" fmla="*/ 8537 w 20977"/>
                <a:gd name="connsiteY7" fmla="*/ 0 h 20270"/>
                <a:gd name="connsiteX0" fmla="*/ 8537 w 20977"/>
                <a:gd name="connsiteY0" fmla="*/ 0 h 20270"/>
                <a:gd name="connsiteX1" fmla="*/ 15954 w 20977"/>
                <a:gd name="connsiteY1" fmla="*/ 10677 h 20270"/>
                <a:gd name="connsiteX2" fmla="*/ 14144 w 20977"/>
                <a:gd name="connsiteY2" fmla="*/ 11547 h 20270"/>
                <a:gd name="connsiteX3" fmla="*/ 20977 w 20977"/>
                <a:gd name="connsiteY3" fmla="*/ 20270 h 20270"/>
                <a:gd name="connsiteX4" fmla="*/ 1463 w 20977"/>
                <a:gd name="connsiteY4" fmla="*/ 10815 h 20270"/>
                <a:gd name="connsiteX5" fmla="*/ 11599 w 20977"/>
                <a:gd name="connsiteY5" fmla="*/ 12657 h 20270"/>
                <a:gd name="connsiteX6" fmla="*/ 0 w 20977"/>
                <a:gd name="connsiteY6" fmla="*/ 2391 h 20270"/>
                <a:gd name="connsiteX7" fmla="*/ 8537 w 20977"/>
                <a:gd name="connsiteY7" fmla="*/ 0 h 20270"/>
                <a:gd name="connsiteX0" fmla="*/ 8537 w 20977"/>
                <a:gd name="connsiteY0" fmla="*/ 0 h 20270"/>
                <a:gd name="connsiteX1" fmla="*/ 19366 w 20977"/>
                <a:gd name="connsiteY1" fmla="*/ 11918 h 20270"/>
                <a:gd name="connsiteX2" fmla="*/ 14144 w 20977"/>
                <a:gd name="connsiteY2" fmla="*/ 11547 h 20270"/>
                <a:gd name="connsiteX3" fmla="*/ 20977 w 20977"/>
                <a:gd name="connsiteY3" fmla="*/ 20270 h 20270"/>
                <a:gd name="connsiteX4" fmla="*/ 1463 w 20977"/>
                <a:gd name="connsiteY4" fmla="*/ 10815 h 20270"/>
                <a:gd name="connsiteX5" fmla="*/ 11599 w 20977"/>
                <a:gd name="connsiteY5" fmla="*/ 12657 h 20270"/>
                <a:gd name="connsiteX6" fmla="*/ 0 w 20977"/>
                <a:gd name="connsiteY6" fmla="*/ 2391 h 20270"/>
                <a:gd name="connsiteX7" fmla="*/ 8537 w 20977"/>
                <a:gd name="connsiteY7" fmla="*/ 0 h 20270"/>
                <a:gd name="connsiteX0" fmla="*/ 8537 w 20977"/>
                <a:gd name="connsiteY0" fmla="*/ 0 h 20270"/>
                <a:gd name="connsiteX1" fmla="*/ 19097 w 20977"/>
                <a:gd name="connsiteY1" fmla="*/ 12476 h 20270"/>
                <a:gd name="connsiteX2" fmla="*/ 14144 w 20977"/>
                <a:gd name="connsiteY2" fmla="*/ 11547 h 20270"/>
                <a:gd name="connsiteX3" fmla="*/ 20977 w 20977"/>
                <a:gd name="connsiteY3" fmla="*/ 20270 h 20270"/>
                <a:gd name="connsiteX4" fmla="*/ 1463 w 20977"/>
                <a:gd name="connsiteY4" fmla="*/ 10815 h 20270"/>
                <a:gd name="connsiteX5" fmla="*/ 11599 w 20977"/>
                <a:gd name="connsiteY5" fmla="*/ 12657 h 20270"/>
                <a:gd name="connsiteX6" fmla="*/ 0 w 20977"/>
                <a:gd name="connsiteY6" fmla="*/ 2391 h 20270"/>
                <a:gd name="connsiteX7" fmla="*/ 8537 w 20977"/>
                <a:gd name="connsiteY7" fmla="*/ 0 h 20270"/>
                <a:gd name="connsiteX0" fmla="*/ 8537 w 20977"/>
                <a:gd name="connsiteY0" fmla="*/ 0 h 20270"/>
                <a:gd name="connsiteX1" fmla="*/ 19097 w 20977"/>
                <a:gd name="connsiteY1" fmla="*/ 12476 h 20270"/>
                <a:gd name="connsiteX2" fmla="*/ 14144 w 20977"/>
                <a:gd name="connsiteY2" fmla="*/ 11547 h 20270"/>
                <a:gd name="connsiteX3" fmla="*/ 20977 w 20977"/>
                <a:gd name="connsiteY3" fmla="*/ 20270 h 20270"/>
                <a:gd name="connsiteX4" fmla="*/ 4418 w 20977"/>
                <a:gd name="connsiteY4" fmla="*/ 11033 h 20270"/>
                <a:gd name="connsiteX5" fmla="*/ 11599 w 20977"/>
                <a:gd name="connsiteY5" fmla="*/ 12657 h 20270"/>
                <a:gd name="connsiteX6" fmla="*/ 0 w 20977"/>
                <a:gd name="connsiteY6" fmla="*/ 2391 h 20270"/>
                <a:gd name="connsiteX7" fmla="*/ 8537 w 20977"/>
                <a:gd name="connsiteY7" fmla="*/ 0 h 20270"/>
                <a:gd name="connsiteX0" fmla="*/ 8537 w 20977"/>
                <a:gd name="connsiteY0" fmla="*/ 0 h 20270"/>
                <a:gd name="connsiteX1" fmla="*/ 19097 w 20977"/>
                <a:gd name="connsiteY1" fmla="*/ 12476 h 20270"/>
                <a:gd name="connsiteX2" fmla="*/ 14144 w 20977"/>
                <a:gd name="connsiteY2" fmla="*/ 11547 h 20270"/>
                <a:gd name="connsiteX3" fmla="*/ 20977 w 20977"/>
                <a:gd name="connsiteY3" fmla="*/ 20270 h 20270"/>
                <a:gd name="connsiteX4" fmla="*/ 5380 w 20977"/>
                <a:gd name="connsiteY4" fmla="*/ 10216 h 20270"/>
                <a:gd name="connsiteX5" fmla="*/ 11599 w 20977"/>
                <a:gd name="connsiteY5" fmla="*/ 12657 h 20270"/>
                <a:gd name="connsiteX6" fmla="*/ 0 w 20977"/>
                <a:gd name="connsiteY6" fmla="*/ 2391 h 20270"/>
                <a:gd name="connsiteX7" fmla="*/ 8537 w 20977"/>
                <a:gd name="connsiteY7" fmla="*/ 0 h 20270"/>
                <a:gd name="connsiteX0" fmla="*/ 8537 w 20977"/>
                <a:gd name="connsiteY0" fmla="*/ 0 h 20270"/>
                <a:gd name="connsiteX1" fmla="*/ 19097 w 20977"/>
                <a:gd name="connsiteY1" fmla="*/ 12476 h 20270"/>
                <a:gd name="connsiteX2" fmla="*/ 14144 w 20977"/>
                <a:gd name="connsiteY2" fmla="*/ 11547 h 20270"/>
                <a:gd name="connsiteX3" fmla="*/ 20977 w 20977"/>
                <a:gd name="connsiteY3" fmla="*/ 20270 h 20270"/>
                <a:gd name="connsiteX4" fmla="*/ 5233 w 20977"/>
                <a:gd name="connsiteY4" fmla="*/ 10905 h 20270"/>
                <a:gd name="connsiteX5" fmla="*/ 11599 w 20977"/>
                <a:gd name="connsiteY5" fmla="*/ 12657 h 20270"/>
                <a:gd name="connsiteX6" fmla="*/ 0 w 20977"/>
                <a:gd name="connsiteY6" fmla="*/ 2391 h 20270"/>
                <a:gd name="connsiteX7" fmla="*/ 8537 w 20977"/>
                <a:gd name="connsiteY7" fmla="*/ 0 h 20270"/>
                <a:gd name="connsiteX0" fmla="*/ 8537 w 20977"/>
                <a:gd name="connsiteY0" fmla="*/ 0 h 20270"/>
                <a:gd name="connsiteX1" fmla="*/ 19097 w 20977"/>
                <a:gd name="connsiteY1" fmla="*/ 12476 h 20270"/>
                <a:gd name="connsiteX2" fmla="*/ 14144 w 20977"/>
                <a:gd name="connsiteY2" fmla="*/ 11547 h 20270"/>
                <a:gd name="connsiteX3" fmla="*/ 20977 w 20977"/>
                <a:gd name="connsiteY3" fmla="*/ 20270 h 20270"/>
                <a:gd name="connsiteX4" fmla="*/ 5260 w 20977"/>
                <a:gd name="connsiteY4" fmla="*/ 11305 h 20270"/>
                <a:gd name="connsiteX5" fmla="*/ 11599 w 20977"/>
                <a:gd name="connsiteY5" fmla="*/ 12657 h 20270"/>
                <a:gd name="connsiteX6" fmla="*/ 0 w 20977"/>
                <a:gd name="connsiteY6" fmla="*/ 2391 h 20270"/>
                <a:gd name="connsiteX7" fmla="*/ 8537 w 20977"/>
                <a:gd name="connsiteY7" fmla="*/ 0 h 20270"/>
                <a:gd name="connsiteX0" fmla="*/ 6039 w 20977"/>
                <a:gd name="connsiteY0" fmla="*/ 0 h 19465"/>
                <a:gd name="connsiteX1" fmla="*/ 19097 w 20977"/>
                <a:gd name="connsiteY1" fmla="*/ 11671 h 19465"/>
                <a:gd name="connsiteX2" fmla="*/ 14144 w 20977"/>
                <a:gd name="connsiteY2" fmla="*/ 10742 h 19465"/>
                <a:gd name="connsiteX3" fmla="*/ 20977 w 20977"/>
                <a:gd name="connsiteY3" fmla="*/ 19465 h 19465"/>
                <a:gd name="connsiteX4" fmla="*/ 5260 w 20977"/>
                <a:gd name="connsiteY4" fmla="*/ 10500 h 19465"/>
                <a:gd name="connsiteX5" fmla="*/ 11599 w 20977"/>
                <a:gd name="connsiteY5" fmla="*/ 11852 h 19465"/>
                <a:gd name="connsiteX6" fmla="*/ 0 w 20977"/>
                <a:gd name="connsiteY6" fmla="*/ 1586 h 19465"/>
                <a:gd name="connsiteX7" fmla="*/ 6039 w 20977"/>
                <a:gd name="connsiteY7" fmla="*/ 0 h 19465"/>
                <a:gd name="connsiteX0" fmla="*/ 6039 w 20977"/>
                <a:gd name="connsiteY0" fmla="*/ 0 h 19465"/>
                <a:gd name="connsiteX1" fmla="*/ 19097 w 20977"/>
                <a:gd name="connsiteY1" fmla="*/ 11671 h 19465"/>
                <a:gd name="connsiteX2" fmla="*/ 14144 w 20977"/>
                <a:gd name="connsiteY2" fmla="*/ 10742 h 19465"/>
                <a:gd name="connsiteX3" fmla="*/ 20977 w 20977"/>
                <a:gd name="connsiteY3" fmla="*/ 19465 h 19465"/>
                <a:gd name="connsiteX4" fmla="*/ 3959 w 20977"/>
                <a:gd name="connsiteY4" fmla="*/ 7983 h 19465"/>
                <a:gd name="connsiteX5" fmla="*/ 11599 w 20977"/>
                <a:gd name="connsiteY5" fmla="*/ 11852 h 19465"/>
                <a:gd name="connsiteX6" fmla="*/ 0 w 20977"/>
                <a:gd name="connsiteY6" fmla="*/ 1586 h 19465"/>
                <a:gd name="connsiteX7" fmla="*/ 6039 w 20977"/>
                <a:gd name="connsiteY7" fmla="*/ 0 h 19465"/>
                <a:gd name="connsiteX0" fmla="*/ 6039 w 20977"/>
                <a:gd name="connsiteY0" fmla="*/ 0 h 19465"/>
                <a:gd name="connsiteX1" fmla="*/ 19097 w 20977"/>
                <a:gd name="connsiteY1" fmla="*/ 11671 h 19465"/>
                <a:gd name="connsiteX2" fmla="*/ 14144 w 20977"/>
                <a:gd name="connsiteY2" fmla="*/ 10742 h 19465"/>
                <a:gd name="connsiteX3" fmla="*/ 20977 w 20977"/>
                <a:gd name="connsiteY3" fmla="*/ 19465 h 19465"/>
                <a:gd name="connsiteX4" fmla="*/ 3959 w 20977"/>
                <a:gd name="connsiteY4" fmla="*/ 7983 h 19465"/>
                <a:gd name="connsiteX5" fmla="*/ 8317 w 20977"/>
                <a:gd name="connsiteY5" fmla="*/ 8948 h 19465"/>
                <a:gd name="connsiteX6" fmla="*/ 0 w 20977"/>
                <a:gd name="connsiteY6" fmla="*/ 1586 h 19465"/>
                <a:gd name="connsiteX7" fmla="*/ 6039 w 20977"/>
                <a:gd name="connsiteY7" fmla="*/ 0 h 19465"/>
                <a:gd name="connsiteX0" fmla="*/ 6039 w 20977"/>
                <a:gd name="connsiteY0" fmla="*/ 0 h 19465"/>
                <a:gd name="connsiteX1" fmla="*/ 19097 w 20977"/>
                <a:gd name="connsiteY1" fmla="*/ 11671 h 19465"/>
                <a:gd name="connsiteX2" fmla="*/ 11084 w 20977"/>
                <a:gd name="connsiteY2" fmla="*/ 8025 h 19465"/>
                <a:gd name="connsiteX3" fmla="*/ 20977 w 20977"/>
                <a:gd name="connsiteY3" fmla="*/ 19465 h 19465"/>
                <a:gd name="connsiteX4" fmla="*/ 3959 w 20977"/>
                <a:gd name="connsiteY4" fmla="*/ 7983 h 19465"/>
                <a:gd name="connsiteX5" fmla="*/ 8317 w 20977"/>
                <a:gd name="connsiteY5" fmla="*/ 8948 h 19465"/>
                <a:gd name="connsiteX6" fmla="*/ 0 w 20977"/>
                <a:gd name="connsiteY6" fmla="*/ 1586 h 19465"/>
                <a:gd name="connsiteX7" fmla="*/ 6039 w 20977"/>
                <a:gd name="connsiteY7" fmla="*/ 0 h 19465"/>
                <a:gd name="connsiteX0" fmla="*/ 6039 w 20977"/>
                <a:gd name="connsiteY0" fmla="*/ 0 h 19465"/>
                <a:gd name="connsiteX1" fmla="*/ 17255 w 20977"/>
                <a:gd name="connsiteY1" fmla="*/ 9049 h 19465"/>
                <a:gd name="connsiteX2" fmla="*/ 11084 w 20977"/>
                <a:gd name="connsiteY2" fmla="*/ 8025 h 19465"/>
                <a:gd name="connsiteX3" fmla="*/ 20977 w 20977"/>
                <a:gd name="connsiteY3" fmla="*/ 19465 h 19465"/>
                <a:gd name="connsiteX4" fmla="*/ 3959 w 20977"/>
                <a:gd name="connsiteY4" fmla="*/ 7983 h 19465"/>
                <a:gd name="connsiteX5" fmla="*/ 8317 w 20977"/>
                <a:gd name="connsiteY5" fmla="*/ 8948 h 19465"/>
                <a:gd name="connsiteX6" fmla="*/ 0 w 20977"/>
                <a:gd name="connsiteY6" fmla="*/ 1586 h 19465"/>
                <a:gd name="connsiteX7" fmla="*/ 6039 w 20977"/>
                <a:gd name="connsiteY7" fmla="*/ 0 h 19465"/>
                <a:gd name="connsiteX0" fmla="*/ 6039 w 18793"/>
                <a:gd name="connsiteY0" fmla="*/ 0 h 17745"/>
                <a:gd name="connsiteX1" fmla="*/ 17255 w 18793"/>
                <a:gd name="connsiteY1" fmla="*/ 9049 h 17745"/>
                <a:gd name="connsiteX2" fmla="*/ 11084 w 18793"/>
                <a:gd name="connsiteY2" fmla="*/ 8025 h 17745"/>
                <a:gd name="connsiteX3" fmla="*/ 18793 w 18793"/>
                <a:gd name="connsiteY3" fmla="*/ 17745 h 17745"/>
                <a:gd name="connsiteX4" fmla="*/ 3959 w 18793"/>
                <a:gd name="connsiteY4" fmla="*/ 7983 h 17745"/>
                <a:gd name="connsiteX5" fmla="*/ 8317 w 18793"/>
                <a:gd name="connsiteY5" fmla="*/ 8948 h 17745"/>
                <a:gd name="connsiteX6" fmla="*/ 0 w 18793"/>
                <a:gd name="connsiteY6" fmla="*/ 1586 h 17745"/>
                <a:gd name="connsiteX7" fmla="*/ 6039 w 18793"/>
                <a:gd name="connsiteY7" fmla="*/ 0 h 17745"/>
                <a:gd name="connsiteX0" fmla="*/ 6039 w 18793"/>
                <a:gd name="connsiteY0" fmla="*/ 0 h 17745"/>
                <a:gd name="connsiteX1" fmla="*/ 17255 w 18793"/>
                <a:gd name="connsiteY1" fmla="*/ 9049 h 17745"/>
                <a:gd name="connsiteX2" fmla="*/ 11084 w 18793"/>
                <a:gd name="connsiteY2" fmla="*/ 8025 h 17745"/>
                <a:gd name="connsiteX3" fmla="*/ 18793 w 18793"/>
                <a:gd name="connsiteY3" fmla="*/ 17745 h 17745"/>
                <a:gd name="connsiteX4" fmla="*/ 4244 w 18793"/>
                <a:gd name="connsiteY4" fmla="*/ 7177 h 17745"/>
                <a:gd name="connsiteX5" fmla="*/ 8317 w 18793"/>
                <a:gd name="connsiteY5" fmla="*/ 8948 h 17745"/>
                <a:gd name="connsiteX6" fmla="*/ 0 w 18793"/>
                <a:gd name="connsiteY6" fmla="*/ 1586 h 17745"/>
                <a:gd name="connsiteX7" fmla="*/ 6039 w 18793"/>
                <a:gd name="connsiteY7" fmla="*/ 0 h 17745"/>
                <a:gd name="connsiteX0" fmla="*/ 6039 w 18793"/>
                <a:gd name="connsiteY0" fmla="*/ 0 h 17745"/>
                <a:gd name="connsiteX1" fmla="*/ 16457 w 18793"/>
                <a:gd name="connsiteY1" fmla="*/ 10150 h 17745"/>
                <a:gd name="connsiteX2" fmla="*/ 11084 w 18793"/>
                <a:gd name="connsiteY2" fmla="*/ 8025 h 17745"/>
                <a:gd name="connsiteX3" fmla="*/ 18793 w 18793"/>
                <a:gd name="connsiteY3" fmla="*/ 17745 h 17745"/>
                <a:gd name="connsiteX4" fmla="*/ 4244 w 18793"/>
                <a:gd name="connsiteY4" fmla="*/ 7177 h 17745"/>
                <a:gd name="connsiteX5" fmla="*/ 8317 w 18793"/>
                <a:gd name="connsiteY5" fmla="*/ 8948 h 17745"/>
                <a:gd name="connsiteX6" fmla="*/ 0 w 18793"/>
                <a:gd name="connsiteY6" fmla="*/ 1586 h 17745"/>
                <a:gd name="connsiteX7" fmla="*/ 6039 w 18793"/>
                <a:gd name="connsiteY7" fmla="*/ 0 h 177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8793" h="17745">
                  <a:moveTo>
                    <a:pt x="6039" y="0"/>
                  </a:moveTo>
                  <a:lnTo>
                    <a:pt x="16457" y="10150"/>
                  </a:lnTo>
                  <a:lnTo>
                    <a:pt x="11084" y="8025"/>
                  </a:lnTo>
                  <a:lnTo>
                    <a:pt x="18793" y="17745"/>
                  </a:lnTo>
                  <a:lnTo>
                    <a:pt x="4244" y="7177"/>
                  </a:lnTo>
                  <a:lnTo>
                    <a:pt x="8317" y="8948"/>
                  </a:lnTo>
                  <a:lnTo>
                    <a:pt x="0" y="1586"/>
                  </a:lnTo>
                  <a:lnTo>
                    <a:pt x="6039" y="0"/>
                  </a:lnTo>
                  <a:close/>
                </a:path>
              </a:pathLst>
            </a:custGeom>
            <a:solidFill>
              <a:srgbClr val="C00000"/>
            </a:solidFill>
            <a:ln w="149225">
              <a:gradFill flip="none" rotWithShape="1">
                <a:gsLst>
                  <a:gs pos="0">
                    <a:schemeClr val="accent1">
                      <a:lumMod val="5000"/>
                      <a:lumOff val="95000"/>
                      <a:alpha val="0"/>
                    </a:schemeClr>
                  </a:gs>
                  <a:gs pos="42000">
                    <a:schemeClr val="accent4">
                      <a:alpha val="12034"/>
                    </a:schemeClr>
                  </a:gs>
                  <a:gs pos="83000">
                    <a:schemeClr val="accent4"/>
                  </a:gs>
                  <a:gs pos="99000">
                    <a:schemeClr val="accent4">
                      <a:lumMod val="83434"/>
                    </a:schemeClr>
                  </a:gs>
                </a:gsLst>
                <a:lin ang="19800000" scaled="0"/>
                <a:tileRect/>
              </a:gra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2" name="Hexagon 21">
              <a:extLst>
                <a:ext uri="{FF2B5EF4-FFF2-40B4-BE49-F238E27FC236}">
                  <a16:creationId xmlns:a16="http://schemas.microsoft.com/office/drawing/2014/main" id="{06104132-9652-BD0E-5D02-5E4C2ED36BA2}"/>
                </a:ext>
              </a:extLst>
            </p:cNvPr>
            <p:cNvSpPr>
              <a:spLocks/>
            </p:cNvSpPr>
            <p:nvPr/>
          </p:nvSpPr>
          <p:spPr>
            <a:xfrm>
              <a:off x="2888974" y="1299600"/>
              <a:ext cx="4797287" cy="4174435"/>
            </a:xfrm>
            <a:prstGeom prst="hexagon">
              <a:avLst/>
            </a:prstGeom>
            <a:noFill/>
            <a:ln w="2032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2CAA9533-0CAA-8B94-8021-9194DDD03BA9}"/>
                </a:ext>
              </a:extLst>
            </p:cNvPr>
            <p:cNvSpPr txBox="1"/>
            <p:nvPr/>
          </p:nvSpPr>
          <p:spPr>
            <a:xfrm rot="17765438">
              <a:off x="5240434" y="3823074"/>
              <a:ext cx="3187910" cy="76944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4400" b="1" dirty="0"/>
                <a:t>BOWIE+</a:t>
              </a:r>
            </a:p>
          </p:txBody>
        </p:sp>
      </p:grpSp>
      <p:sp>
        <p:nvSpPr>
          <p:cNvPr id="13" name="Freeform 12">
            <a:extLst>
              <a:ext uri="{FF2B5EF4-FFF2-40B4-BE49-F238E27FC236}">
                <a16:creationId xmlns:a16="http://schemas.microsoft.com/office/drawing/2014/main" id="{D07EE1E1-E599-2823-6B61-421C8F87A8E1}"/>
              </a:ext>
            </a:extLst>
          </p:cNvPr>
          <p:cNvSpPr/>
          <p:nvPr/>
        </p:nvSpPr>
        <p:spPr>
          <a:xfrm flipH="1">
            <a:off x="10715709" y="2410853"/>
            <a:ext cx="1953875" cy="1796941"/>
          </a:xfrm>
          <a:custGeom>
            <a:avLst/>
            <a:gdLst>
              <a:gd name="connsiteX0" fmla="*/ 0 w 5009321"/>
              <a:gd name="connsiteY0" fmla="*/ 312756 h 1821094"/>
              <a:gd name="connsiteX1" fmla="*/ 1364974 w 5009321"/>
              <a:gd name="connsiteY1" fmla="*/ 273000 h 1821094"/>
              <a:gd name="connsiteX2" fmla="*/ 1630017 w 5009321"/>
              <a:gd name="connsiteY2" fmla="*/ 1571713 h 1821094"/>
              <a:gd name="connsiteX3" fmla="*/ 2372139 w 5009321"/>
              <a:gd name="connsiteY3" fmla="*/ 1717487 h 1821094"/>
              <a:gd name="connsiteX4" fmla="*/ 2849217 w 5009321"/>
              <a:gd name="connsiteY4" fmla="*/ 1690982 h 1821094"/>
              <a:gd name="connsiteX5" fmla="*/ 3114261 w 5009321"/>
              <a:gd name="connsiteY5" fmla="*/ 127226 h 1821094"/>
              <a:gd name="connsiteX6" fmla="*/ 4691269 w 5009321"/>
              <a:gd name="connsiteY6" fmla="*/ 87469 h 1821094"/>
              <a:gd name="connsiteX7" fmla="*/ 5009321 w 5009321"/>
              <a:gd name="connsiteY7" fmla="*/ 60965 h 1821094"/>
              <a:gd name="connsiteX0" fmla="*/ 0 w 5261112"/>
              <a:gd name="connsiteY0" fmla="*/ 100721 h 1821094"/>
              <a:gd name="connsiteX1" fmla="*/ 1616765 w 5261112"/>
              <a:gd name="connsiteY1" fmla="*/ 273000 h 1821094"/>
              <a:gd name="connsiteX2" fmla="*/ 1881808 w 5261112"/>
              <a:gd name="connsiteY2" fmla="*/ 1571713 h 1821094"/>
              <a:gd name="connsiteX3" fmla="*/ 2623930 w 5261112"/>
              <a:gd name="connsiteY3" fmla="*/ 1717487 h 1821094"/>
              <a:gd name="connsiteX4" fmla="*/ 3101008 w 5261112"/>
              <a:gd name="connsiteY4" fmla="*/ 1690982 h 1821094"/>
              <a:gd name="connsiteX5" fmla="*/ 3366052 w 5261112"/>
              <a:gd name="connsiteY5" fmla="*/ 127226 h 1821094"/>
              <a:gd name="connsiteX6" fmla="*/ 4943060 w 5261112"/>
              <a:gd name="connsiteY6" fmla="*/ 87469 h 1821094"/>
              <a:gd name="connsiteX7" fmla="*/ 5261112 w 5261112"/>
              <a:gd name="connsiteY7" fmla="*/ 60965 h 1821094"/>
              <a:gd name="connsiteX0" fmla="*/ 0 w 5261112"/>
              <a:gd name="connsiteY0" fmla="*/ 100721 h 1821094"/>
              <a:gd name="connsiteX1" fmla="*/ 1616765 w 5261112"/>
              <a:gd name="connsiteY1" fmla="*/ 273000 h 1821094"/>
              <a:gd name="connsiteX2" fmla="*/ 1881808 w 5261112"/>
              <a:gd name="connsiteY2" fmla="*/ 1571713 h 1821094"/>
              <a:gd name="connsiteX3" fmla="*/ 2623930 w 5261112"/>
              <a:gd name="connsiteY3" fmla="*/ 1717487 h 1821094"/>
              <a:gd name="connsiteX4" fmla="*/ 3101008 w 5261112"/>
              <a:gd name="connsiteY4" fmla="*/ 1690982 h 1821094"/>
              <a:gd name="connsiteX5" fmla="*/ 3366052 w 5261112"/>
              <a:gd name="connsiteY5" fmla="*/ 127226 h 1821094"/>
              <a:gd name="connsiteX6" fmla="*/ 4943060 w 5261112"/>
              <a:gd name="connsiteY6" fmla="*/ 87469 h 1821094"/>
              <a:gd name="connsiteX7" fmla="*/ 5261112 w 5261112"/>
              <a:gd name="connsiteY7" fmla="*/ 60965 h 1821094"/>
              <a:gd name="connsiteX0" fmla="*/ 0 w 5261112"/>
              <a:gd name="connsiteY0" fmla="*/ 100721 h 1821094"/>
              <a:gd name="connsiteX1" fmla="*/ 1616765 w 5261112"/>
              <a:gd name="connsiteY1" fmla="*/ 273000 h 1821094"/>
              <a:gd name="connsiteX2" fmla="*/ 1881808 w 5261112"/>
              <a:gd name="connsiteY2" fmla="*/ 1571713 h 1821094"/>
              <a:gd name="connsiteX3" fmla="*/ 2623930 w 5261112"/>
              <a:gd name="connsiteY3" fmla="*/ 1717487 h 1821094"/>
              <a:gd name="connsiteX4" fmla="*/ 3101008 w 5261112"/>
              <a:gd name="connsiteY4" fmla="*/ 1690982 h 1821094"/>
              <a:gd name="connsiteX5" fmla="*/ 3366052 w 5261112"/>
              <a:gd name="connsiteY5" fmla="*/ 127226 h 1821094"/>
              <a:gd name="connsiteX6" fmla="*/ 4943060 w 5261112"/>
              <a:gd name="connsiteY6" fmla="*/ 87469 h 1821094"/>
              <a:gd name="connsiteX7" fmla="*/ 5261112 w 5261112"/>
              <a:gd name="connsiteY7" fmla="*/ 60965 h 1821094"/>
              <a:gd name="connsiteX0" fmla="*/ 0 w 5261112"/>
              <a:gd name="connsiteY0" fmla="*/ 100721 h 1821094"/>
              <a:gd name="connsiteX1" fmla="*/ 1616765 w 5261112"/>
              <a:gd name="connsiteY1" fmla="*/ 127227 h 1821094"/>
              <a:gd name="connsiteX2" fmla="*/ 1881808 w 5261112"/>
              <a:gd name="connsiteY2" fmla="*/ 1571713 h 1821094"/>
              <a:gd name="connsiteX3" fmla="*/ 2623930 w 5261112"/>
              <a:gd name="connsiteY3" fmla="*/ 1717487 h 1821094"/>
              <a:gd name="connsiteX4" fmla="*/ 3101008 w 5261112"/>
              <a:gd name="connsiteY4" fmla="*/ 1690982 h 1821094"/>
              <a:gd name="connsiteX5" fmla="*/ 3366052 w 5261112"/>
              <a:gd name="connsiteY5" fmla="*/ 127226 h 1821094"/>
              <a:gd name="connsiteX6" fmla="*/ 4943060 w 5261112"/>
              <a:gd name="connsiteY6" fmla="*/ 87469 h 1821094"/>
              <a:gd name="connsiteX7" fmla="*/ 5261112 w 5261112"/>
              <a:gd name="connsiteY7" fmla="*/ 60965 h 1821094"/>
              <a:gd name="connsiteX0" fmla="*/ 0 w 5261112"/>
              <a:gd name="connsiteY0" fmla="*/ 100721 h 1821094"/>
              <a:gd name="connsiteX1" fmla="*/ 1616765 w 5261112"/>
              <a:gd name="connsiteY1" fmla="*/ 127227 h 1821094"/>
              <a:gd name="connsiteX2" fmla="*/ 1881808 w 5261112"/>
              <a:gd name="connsiteY2" fmla="*/ 1571713 h 1821094"/>
              <a:gd name="connsiteX3" fmla="*/ 2623930 w 5261112"/>
              <a:gd name="connsiteY3" fmla="*/ 1717487 h 1821094"/>
              <a:gd name="connsiteX4" fmla="*/ 3101008 w 5261112"/>
              <a:gd name="connsiteY4" fmla="*/ 1690982 h 1821094"/>
              <a:gd name="connsiteX5" fmla="*/ 3366052 w 5261112"/>
              <a:gd name="connsiteY5" fmla="*/ 127226 h 1821094"/>
              <a:gd name="connsiteX6" fmla="*/ 4943060 w 5261112"/>
              <a:gd name="connsiteY6" fmla="*/ 87469 h 1821094"/>
              <a:gd name="connsiteX7" fmla="*/ 5261112 w 5261112"/>
              <a:gd name="connsiteY7" fmla="*/ 60965 h 1821094"/>
              <a:gd name="connsiteX0" fmla="*/ 0 w 5261112"/>
              <a:gd name="connsiteY0" fmla="*/ 109720 h 1830093"/>
              <a:gd name="connsiteX1" fmla="*/ 1616765 w 5261112"/>
              <a:gd name="connsiteY1" fmla="*/ 136226 h 1830093"/>
              <a:gd name="connsiteX2" fmla="*/ 1881808 w 5261112"/>
              <a:gd name="connsiteY2" fmla="*/ 1580712 h 1830093"/>
              <a:gd name="connsiteX3" fmla="*/ 2623930 w 5261112"/>
              <a:gd name="connsiteY3" fmla="*/ 1726486 h 1830093"/>
              <a:gd name="connsiteX4" fmla="*/ 3101008 w 5261112"/>
              <a:gd name="connsiteY4" fmla="*/ 1699981 h 1830093"/>
              <a:gd name="connsiteX5" fmla="*/ 3366052 w 5261112"/>
              <a:gd name="connsiteY5" fmla="*/ 136225 h 1830093"/>
              <a:gd name="connsiteX6" fmla="*/ 4943060 w 5261112"/>
              <a:gd name="connsiteY6" fmla="*/ 96468 h 1830093"/>
              <a:gd name="connsiteX7" fmla="*/ 5261112 w 5261112"/>
              <a:gd name="connsiteY7" fmla="*/ 69964 h 1830093"/>
              <a:gd name="connsiteX0" fmla="*/ 0 w 5261112"/>
              <a:gd name="connsiteY0" fmla="*/ 100722 h 1821095"/>
              <a:gd name="connsiteX1" fmla="*/ 1616765 w 5261112"/>
              <a:gd name="connsiteY1" fmla="*/ 127228 h 1821095"/>
              <a:gd name="connsiteX2" fmla="*/ 1881808 w 5261112"/>
              <a:gd name="connsiteY2" fmla="*/ 1571714 h 1821095"/>
              <a:gd name="connsiteX3" fmla="*/ 2623930 w 5261112"/>
              <a:gd name="connsiteY3" fmla="*/ 1717488 h 1821095"/>
              <a:gd name="connsiteX4" fmla="*/ 3101008 w 5261112"/>
              <a:gd name="connsiteY4" fmla="*/ 1690983 h 1821095"/>
              <a:gd name="connsiteX5" fmla="*/ 3366052 w 5261112"/>
              <a:gd name="connsiteY5" fmla="*/ 127227 h 1821095"/>
              <a:gd name="connsiteX6" fmla="*/ 4943060 w 5261112"/>
              <a:gd name="connsiteY6" fmla="*/ 87470 h 1821095"/>
              <a:gd name="connsiteX7" fmla="*/ 5261112 w 5261112"/>
              <a:gd name="connsiteY7" fmla="*/ 60966 h 1821095"/>
              <a:gd name="connsiteX0" fmla="*/ 0 w 5261112"/>
              <a:gd name="connsiteY0" fmla="*/ 100722 h 1821095"/>
              <a:gd name="connsiteX1" fmla="*/ 1616765 w 5261112"/>
              <a:gd name="connsiteY1" fmla="*/ 127228 h 1821095"/>
              <a:gd name="connsiteX2" fmla="*/ 1881808 w 5261112"/>
              <a:gd name="connsiteY2" fmla="*/ 1571714 h 1821095"/>
              <a:gd name="connsiteX3" fmla="*/ 2623930 w 5261112"/>
              <a:gd name="connsiteY3" fmla="*/ 1717488 h 1821095"/>
              <a:gd name="connsiteX4" fmla="*/ 3101008 w 5261112"/>
              <a:gd name="connsiteY4" fmla="*/ 1690983 h 1821095"/>
              <a:gd name="connsiteX5" fmla="*/ 3366052 w 5261112"/>
              <a:gd name="connsiteY5" fmla="*/ 127227 h 1821095"/>
              <a:gd name="connsiteX6" fmla="*/ 4943060 w 5261112"/>
              <a:gd name="connsiteY6" fmla="*/ 87470 h 1821095"/>
              <a:gd name="connsiteX7" fmla="*/ 5261112 w 5261112"/>
              <a:gd name="connsiteY7" fmla="*/ 60966 h 1821095"/>
              <a:gd name="connsiteX0" fmla="*/ 0 w 5261112"/>
              <a:gd name="connsiteY0" fmla="*/ 98115 h 1744263"/>
              <a:gd name="connsiteX1" fmla="*/ 1616765 w 5261112"/>
              <a:gd name="connsiteY1" fmla="*/ 124621 h 1744263"/>
              <a:gd name="connsiteX2" fmla="*/ 1881808 w 5261112"/>
              <a:gd name="connsiteY2" fmla="*/ 1569107 h 1744263"/>
              <a:gd name="connsiteX3" fmla="*/ 2623930 w 5261112"/>
              <a:gd name="connsiteY3" fmla="*/ 1714881 h 1744263"/>
              <a:gd name="connsiteX4" fmla="*/ 3101008 w 5261112"/>
              <a:gd name="connsiteY4" fmla="*/ 1529350 h 1744263"/>
              <a:gd name="connsiteX5" fmla="*/ 3366052 w 5261112"/>
              <a:gd name="connsiteY5" fmla="*/ 124620 h 1744263"/>
              <a:gd name="connsiteX6" fmla="*/ 4943060 w 5261112"/>
              <a:gd name="connsiteY6" fmla="*/ 84863 h 1744263"/>
              <a:gd name="connsiteX7" fmla="*/ 5261112 w 5261112"/>
              <a:gd name="connsiteY7" fmla="*/ 58359 h 1744263"/>
              <a:gd name="connsiteX0" fmla="*/ 0 w 5261112"/>
              <a:gd name="connsiteY0" fmla="*/ 98115 h 1739047"/>
              <a:gd name="connsiteX1" fmla="*/ 1616765 w 5261112"/>
              <a:gd name="connsiteY1" fmla="*/ 124621 h 1739047"/>
              <a:gd name="connsiteX2" fmla="*/ 1881808 w 5261112"/>
              <a:gd name="connsiteY2" fmla="*/ 1569107 h 1739047"/>
              <a:gd name="connsiteX3" fmla="*/ 2623930 w 5261112"/>
              <a:gd name="connsiteY3" fmla="*/ 1714881 h 1739047"/>
              <a:gd name="connsiteX4" fmla="*/ 3101008 w 5261112"/>
              <a:gd name="connsiteY4" fmla="*/ 1529350 h 1739047"/>
              <a:gd name="connsiteX5" fmla="*/ 3366052 w 5261112"/>
              <a:gd name="connsiteY5" fmla="*/ 124620 h 1739047"/>
              <a:gd name="connsiteX6" fmla="*/ 4943060 w 5261112"/>
              <a:gd name="connsiteY6" fmla="*/ 84863 h 1739047"/>
              <a:gd name="connsiteX7" fmla="*/ 5261112 w 5261112"/>
              <a:gd name="connsiteY7" fmla="*/ 58359 h 1739047"/>
              <a:gd name="connsiteX0" fmla="*/ 0 w 5261112"/>
              <a:gd name="connsiteY0" fmla="*/ 98115 h 1744263"/>
              <a:gd name="connsiteX1" fmla="*/ 1616765 w 5261112"/>
              <a:gd name="connsiteY1" fmla="*/ 124621 h 1744263"/>
              <a:gd name="connsiteX2" fmla="*/ 1881808 w 5261112"/>
              <a:gd name="connsiteY2" fmla="*/ 1569107 h 1744263"/>
              <a:gd name="connsiteX3" fmla="*/ 2623930 w 5261112"/>
              <a:gd name="connsiteY3" fmla="*/ 1714881 h 1744263"/>
              <a:gd name="connsiteX4" fmla="*/ 3101008 w 5261112"/>
              <a:gd name="connsiteY4" fmla="*/ 1529350 h 1744263"/>
              <a:gd name="connsiteX5" fmla="*/ 3366052 w 5261112"/>
              <a:gd name="connsiteY5" fmla="*/ 124620 h 1744263"/>
              <a:gd name="connsiteX6" fmla="*/ 4943060 w 5261112"/>
              <a:gd name="connsiteY6" fmla="*/ 84863 h 1744263"/>
              <a:gd name="connsiteX7" fmla="*/ 5261112 w 5261112"/>
              <a:gd name="connsiteY7" fmla="*/ 58359 h 1744263"/>
              <a:gd name="connsiteX0" fmla="*/ 0 w 5261112"/>
              <a:gd name="connsiteY0" fmla="*/ 98115 h 1743386"/>
              <a:gd name="connsiteX1" fmla="*/ 1616765 w 5261112"/>
              <a:gd name="connsiteY1" fmla="*/ 124621 h 1743386"/>
              <a:gd name="connsiteX2" fmla="*/ 1881808 w 5261112"/>
              <a:gd name="connsiteY2" fmla="*/ 1569107 h 1743386"/>
              <a:gd name="connsiteX3" fmla="*/ 2623930 w 5261112"/>
              <a:gd name="connsiteY3" fmla="*/ 1714881 h 1743386"/>
              <a:gd name="connsiteX4" fmla="*/ 3193773 w 5261112"/>
              <a:gd name="connsiteY4" fmla="*/ 1542602 h 1743386"/>
              <a:gd name="connsiteX5" fmla="*/ 3366052 w 5261112"/>
              <a:gd name="connsiteY5" fmla="*/ 124620 h 1743386"/>
              <a:gd name="connsiteX6" fmla="*/ 4943060 w 5261112"/>
              <a:gd name="connsiteY6" fmla="*/ 84863 h 1743386"/>
              <a:gd name="connsiteX7" fmla="*/ 5261112 w 5261112"/>
              <a:gd name="connsiteY7" fmla="*/ 58359 h 1743386"/>
              <a:gd name="connsiteX0" fmla="*/ 0 w 5261112"/>
              <a:gd name="connsiteY0" fmla="*/ 98115 h 1735222"/>
              <a:gd name="connsiteX1" fmla="*/ 1616765 w 5261112"/>
              <a:gd name="connsiteY1" fmla="*/ 124621 h 1735222"/>
              <a:gd name="connsiteX2" fmla="*/ 1881808 w 5261112"/>
              <a:gd name="connsiteY2" fmla="*/ 1569107 h 1735222"/>
              <a:gd name="connsiteX3" fmla="*/ 3193773 w 5261112"/>
              <a:gd name="connsiteY3" fmla="*/ 1542602 h 1735222"/>
              <a:gd name="connsiteX4" fmla="*/ 3366052 w 5261112"/>
              <a:gd name="connsiteY4" fmla="*/ 124620 h 1735222"/>
              <a:gd name="connsiteX5" fmla="*/ 4943060 w 5261112"/>
              <a:gd name="connsiteY5" fmla="*/ 84863 h 1735222"/>
              <a:gd name="connsiteX6" fmla="*/ 5261112 w 5261112"/>
              <a:gd name="connsiteY6" fmla="*/ 58359 h 1735222"/>
              <a:gd name="connsiteX0" fmla="*/ 0 w 5261112"/>
              <a:gd name="connsiteY0" fmla="*/ 98115 h 1734438"/>
              <a:gd name="connsiteX1" fmla="*/ 1616765 w 5261112"/>
              <a:gd name="connsiteY1" fmla="*/ 124621 h 1734438"/>
              <a:gd name="connsiteX2" fmla="*/ 1881808 w 5261112"/>
              <a:gd name="connsiteY2" fmla="*/ 1569107 h 1734438"/>
              <a:gd name="connsiteX3" fmla="*/ 3193773 w 5261112"/>
              <a:gd name="connsiteY3" fmla="*/ 1542602 h 1734438"/>
              <a:gd name="connsiteX4" fmla="*/ 3485322 w 5261112"/>
              <a:gd name="connsiteY4" fmla="*/ 137873 h 1734438"/>
              <a:gd name="connsiteX5" fmla="*/ 4943060 w 5261112"/>
              <a:gd name="connsiteY5" fmla="*/ 84863 h 1734438"/>
              <a:gd name="connsiteX6" fmla="*/ 5261112 w 5261112"/>
              <a:gd name="connsiteY6" fmla="*/ 58359 h 1734438"/>
              <a:gd name="connsiteX0" fmla="*/ 0 w 5261112"/>
              <a:gd name="connsiteY0" fmla="*/ 98115 h 1734438"/>
              <a:gd name="connsiteX1" fmla="*/ 1616765 w 5261112"/>
              <a:gd name="connsiteY1" fmla="*/ 124621 h 1734438"/>
              <a:gd name="connsiteX2" fmla="*/ 1881808 w 5261112"/>
              <a:gd name="connsiteY2" fmla="*/ 1569107 h 1734438"/>
              <a:gd name="connsiteX3" fmla="*/ 3193773 w 5261112"/>
              <a:gd name="connsiteY3" fmla="*/ 1542602 h 1734438"/>
              <a:gd name="connsiteX4" fmla="*/ 3485322 w 5261112"/>
              <a:gd name="connsiteY4" fmla="*/ 137873 h 1734438"/>
              <a:gd name="connsiteX5" fmla="*/ 5261112 w 5261112"/>
              <a:gd name="connsiteY5" fmla="*/ 58359 h 1734438"/>
              <a:gd name="connsiteX0" fmla="*/ 0 w 5035825"/>
              <a:gd name="connsiteY0" fmla="*/ 98115 h 1734438"/>
              <a:gd name="connsiteX1" fmla="*/ 1616765 w 5035825"/>
              <a:gd name="connsiteY1" fmla="*/ 124621 h 1734438"/>
              <a:gd name="connsiteX2" fmla="*/ 1881808 w 5035825"/>
              <a:gd name="connsiteY2" fmla="*/ 1569107 h 1734438"/>
              <a:gd name="connsiteX3" fmla="*/ 3193773 w 5035825"/>
              <a:gd name="connsiteY3" fmla="*/ 1542602 h 1734438"/>
              <a:gd name="connsiteX4" fmla="*/ 3485322 w 5035825"/>
              <a:gd name="connsiteY4" fmla="*/ 137873 h 1734438"/>
              <a:gd name="connsiteX5" fmla="*/ 5035825 w 5035825"/>
              <a:gd name="connsiteY5" fmla="*/ 58359 h 1734438"/>
              <a:gd name="connsiteX0" fmla="*/ 0 w 4386468"/>
              <a:gd name="connsiteY0" fmla="*/ 39649 h 1795241"/>
              <a:gd name="connsiteX1" fmla="*/ 967408 w 4386468"/>
              <a:gd name="connsiteY1" fmla="*/ 185424 h 1795241"/>
              <a:gd name="connsiteX2" fmla="*/ 1232451 w 4386468"/>
              <a:gd name="connsiteY2" fmla="*/ 1629910 h 1795241"/>
              <a:gd name="connsiteX3" fmla="*/ 2544416 w 4386468"/>
              <a:gd name="connsiteY3" fmla="*/ 1603405 h 1795241"/>
              <a:gd name="connsiteX4" fmla="*/ 2835965 w 4386468"/>
              <a:gd name="connsiteY4" fmla="*/ 198676 h 1795241"/>
              <a:gd name="connsiteX5" fmla="*/ 4386468 w 4386468"/>
              <a:gd name="connsiteY5" fmla="*/ 119162 h 1795241"/>
              <a:gd name="connsiteX0" fmla="*/ 0 w 4386468"/>
              <a:gd name="connsiteY0" fmla="*/ 23737 h 1779329"/>
              <a:gd name="connsiteX1" fmla="*/ 967408 w 4386468"/>
              <a:gd name="connsiteY1" fmla="*/ 169512 h 1779329"/>
              <a:gd name="connsiteX2" fmla="*/ 1232451 w 4386468"/>
              <a:gd name="connsiteY2" fmla="*/ 1613998 h 1779329"/>
              <a:gd name="connsiteX3" fmla="*/ 2544416 w 4386468"/>
              <a:gd name="connsiteY3" fmla="*/ 1587493 h 1779329"/>
              <a:gd name="connsiteX4" fmla="*/ 2835965 w 4386468"/>
              <a:gd name="connsiteY4" fmla="*/ 182764 h 1779329"/>
              <a:gd name="connsiteX5" fmla="*/ 4386468 w 4386468"/>
              <a:gd name="connsiteY5" fmla="*/ 103250 h 1779329"/>
              <a:gd name="connsiteX0" fmla="*/ 0 w 3684102"/>
              <a:gd name="connsiteY0" fmla="*/ 23737 h 1779329"/>
              <a:gd name="connsiteX1" fmla="*/ 967408 w 3684102"/>
              <a:gd name="connsiteY1" fmla="*/ 169512 h 1779329"/>
              <a:gd name="connsiteX2" fmla="*/ 1232451 w 3684102"/>
              <a:gd name="connsiteY2" fmla="*/ 1613998 h 1779329"/>
              <a:gd name="connsiteX3" fmla="*/ 2544416 w 3684102"/>
              <a:gd name="connsiteY3" fmla="*/ 1587493 h 1779329"/>
              <a:gd name="connsiteX4" fmla="*/ 2835965 w 3684102"/>
              <a:gd name="connsiteY4" fmla="*/ 182764 h 1779329"/>
              <a:gd name="connsiteX5" fmla="*/ 3684102 w 3684102"/>
              <a:gd name="connsiteY5" fmla="*/ 50241 h 1779329"/>
              <a:gd name="connsiteX0" fmla="*/ 0 w 3790120"/>
              <a:gd name="connsiteY0" fmla="*/ 23737 h 1779329"/>
              <a:gd name="connsiteX1" fmla="*/ 967408 w 3790120"/>
              <a:gd name="connsiteY1" fmla="*/ 169512 h 1779329"/>
              <a:gd name="connsiteX2" fmla="*/ 1232451 w 3790120"/>
              <a:gd name="connsiteY2" fmla="*/ 1613998 h 1779329"/>
              <a:gd name="connsiteX3" fmla="*/ 2544416 w 3790120"/>
              <a:gd name="connsiteY3" fmla="*/ 1587493 h 1779329"/>
              <a:gd name="connsiteX4" fmla="*/ 2835965 w 3790120"/>
              <a:gd name="connsiteY4" fmla="*/ 182764 h 1779329"/>
              <a:gd name="connsiteX5" fmla="*/ 3790120 w 3790120"/>
              <a:gd name="connsiteY5" fmla="*/ 23737 h 1779329"/>
              <a:gd name="connsiteX0" fmla="*/ 0 w 3790120"/>
              <a:gd name="connsiteY0" fmla="*/ 14311 h 1794887"/>
              <a:gd name="connsiteX1" fmla="*/ 967408 w 3790120"/>
              <a:gd name="connsiteY1" fmla="*/ 185070 h 1794887"/>
              <a:gd name="connsiteX2" fmla="*/ 1232451 w 3790120"/>
              <a:gd name="connsiteY2" fmla="*/ 1629556 h 1794887"/>
              <a:gd name="connsiteX3" fmla="*/ 2544416 w 3790120"/>
              <a:gd name="connsiteY3" fmla="*/ 1603051 h 1794887"/>
              <a:gd name="connsiteX4" fmla="*/ 2835965 w 3790120"/>
              <a:gd name="connsiteY4" fmla="*/ 198322 h 1794887"/>
              <a:gd name="connsiteX5" fmla="*/ 3790120 w 3790120"/>
              <a:gd name="connsiteY5" fmla="*/ 39295 h 1794887"/>
              <a:gd name="connsiteX0" fmla="*/ 0 w 3790120"/>
              <a:gd name="connsiteY0" fmla="*/ 14311 h 1794887"/>
              <a:gd name="connsiteX1" fmla="*/ 967408 w 3790120"/>
              <a:gd name="connsiteY1" fmla="*/ 185070 h 1794887"/>
              <a:gd name="connsiteX2" fmla="*/ 1232451 w 3790120"/>
              <a:gd name="connsiteY2" fmla="*/ 1629556 h 1794887"/>
              <a:gd name="connsiteX3" fmla="*/ 2544416 w 3790120"/>
              <a:gd name="connsiteY3" fmla="*/ 1603051 h 1794887"/>
              <a:gd name="connsiteX4" fmla="*/ 2835965 w 3790120"/>
              <a:gd name="connsiteY4" fmla="*/ 198322 h 1794887"/>
              <a:gd name="connsiteX5" fmla="*/ 3790120 w 3790120"/>
              <a:gd name="connsiteY5" fmla="*/ 39295 h 1794887"/>
              <a:gd name="connsiteX0" fmla="*/ 0 w 3790120"/>
              <a:gd name="connsiteY0" fmla="*/ 8345 h 1788921"/>
              <a:gd name="connsiteX1" fmla="*/ 967408 w 3790120"/>
              <a:gd name="connsiteY1" fmla="*/ 179104 h 1788921"/>
              <a:gd name="connsiteX2" fmla="*/ 1232451 w 3790120"/>
              <a:gd name="connsiteY2" fmla="*/ 1623590 h 1788921"/>
              <a:gd name="connsiteX3" fmla="*/ 2544416 w 3790120"/>
              <a:gd name="connsiteY3" fmla="*/ 1597085 h 1788921"/>
              <a:gd name="connsiteX4" fmla="*/ 2835965 w 3790120"/>
              <a:gd name="connsiteY4" fmla="*/ 192356 h 1788921"/>
              <a:gd name="connsiteX5" fmla="*/ 3790120 w 3790120"/>
              <a:gd name="connsiteY5" fmla="*/ 33329 h 1788921"/>
              <a:gd name="connsiteX0" fmla="*/ 0 w 3790120"/>
              <a:gd name="connsiteY0" fmla="*/ 8345 h 1788921"/>
              <a:gd name="connsiteX1" fmla="*/ 967408 w 3790120"/>
              <a:gd name="connsiteY1" fmla="*/ 179104 h 1788921"/>
              <a:gd name="connsiteX2" fmla="*/ 1232451 w 3790120"/>
              <a:gd name="connsiteY2" fmla="*/ 1623590 h 1788921"/>
              <a:gd name="connsiteX3" fmla="*/ 2544416 w 3790120"/>
              <a:gd name="connsiteY3" fmla="*/ 1597085 h 1788921"/>
              <a:gd name="connsiteX4" fmla="*/ 2835965 w 3790120"/>
              <a:gd name="connsiteY4" fmla="*/ 192356 h 1788921"/>
              <a:gd name="connsiteX5" fmla="*/ 3790120 w 3790120"/>
              <a:gd name="connsiteY5" fmla="*/ 33329 h 1788921"/>
              <a:gd name="connsiteX0" fmla="*/ 0 w 3790120"/>
              <a:gd name="connsiteY0" fmla="*/ 5186 h 1785107"/>
              <a:gd name="connsiteX1" fmla="*/ 991167 w 3790120"/>
              <a:gd name="connsiteY1" fmla="*/ 185939 h 1785107"/>
              <a:gd name="connsiteX2" fmla="*/ 1232451 w 3790120"/>
              <a:gd name="connsiteY2" fmla="*/ 1620431 h 1785107"/>
              <a:gd name="connsiteX3" fmla="*/ 2544416 w 3790120"/>
              <a:gd name="connsiteY3" fmla="*/ 1593926 h 1785107"/>
              <a:gd name="connsiteX4" fmla="*/ 2835965 w 3790120"/>
              <a:gd name="connsiteY4" fmla="*/ 189197 h 1785107"/>
              <a:gd name="connsiteX5" fmla="*/ 3790120 w 3790120"/>
              <a:gd name="connsiteY5" fmla="*/ 30170 h 1785107"/>
              <a:gd name="connsiteX0" fmla="*/ 0 w 3752106"/>
              <a:gd name="connsiteY0" fmla="*/ 5186 h 1785107"/>
              <a:gd name="connsiteX1" fmla="*/ 991167 w 3752106"/>
              <a:gd name="connsiteY1" fmla="*/ 185939 h 1785107"/>
              <a:gd name="connsiteX2" fmla="*/ 1232451 w 3752106"/>
              <a:gd name="connsiteY2" fmla="*/ 1620431 h 1785107"/>
              <a:gd name="connsiteX3" fmla="*/ 2544416 w 3752106"/>
              <a:gd name="connsiteY3" fmla="*/ 1593926 h 1785107"/>
              <a:gd name="connsiteX4" fmla="*/ 2835965 w 3752106"/>
              <a:gd name="connsiteY4" fmla="*/ 189197 h 1785107"/>
              <a:gd name="connsiteX5" fmla="*/ 3752106 w 3752106"/>
              <a:gd name="connsiteY5" fmla="*/ 5186 h 1785107"/>
              <a:gd name="connsiteX0" fmla="*/ 0 w 3752106"/>
              <a:gd name="connsiteY0" fmla="*/ 5186 h 1785107"/>
              <a:gd name="connsiteX1" fmla="*/ 991167 w 3752106"/>
              <a:gd name="connsiteY1" fmla="*/ 185939 h 1785107"/>
              <a:gd name="connsiteX2" fmla="*/ 1232451 w 3752106"/>
              <a:gd name="connsiteY2" fmla="*/ 1620431 h 1785107"/>
              <a:gd name="connsiteX3" fmla="*/ 2544416 w 3752106"/>
              <a:gd name="connsiteY3" fmla="*/ 1593926 h 1785107"/>
              <a:gd name="connsiteX4" fmla="*/ 2835965 w 3752106"/>
              <a:gd name="connsiteY4" fmla="*/ 189197 h 1785107"/>
              <a:gd name="connsiteX5" fmla="*/ 3752106 w 3752106"/>
              <a:gd name="connsiteY5" fmla="*/ 5186 h 1785107"/>
              <a:gd name="connsiteX0" fmla="*/ 0 w 3752106"/>
              <a:gd name="connsiteY0" fmla="*/ 5186 h 1785107"/>
              <a:gd name="connsiteX1" fmla="*/ 991167 w 3752106"/>
              <a:gd name="connsiteY1" fmla="*/ 185939 h 1785107"/>
              <a:gd name="connsiteX2" fmla="*/ 1232451 w 3752106"/>
              <a:gd name="connsiteY2" fmla="*/ 1620431 h 1785107"/>
              <a:gd name="connsiteX3" fmla="*/ 2544416 w 3752106"/>
              <a:gd name="connsiteY3" fmla="*/ 1593926 h 1785107"/>
              <a:gd name="connsiteX4" fmla="*/ 2835965 w 3752106"/>
              <a:gd name="connsiteY4" fmla="*/ 189197 h 1785107"/>
              <a:gd name="connsiteX5" fmla="*/ 3752106 w 3752106"/>
              <a:gd name="connsiteY5" fmla="*/ 5186 h 1785107"/>
              <a:gd name="connsiteX0" fmla="*/ 0 w 3752106"/>
              <a:gd name="connsiteY0" fmla="*/ 5186 h 1785107"/>
              <a:gd name="connsiteX1" fmla="*/ 991167 w 3752106"/>
              <a:gd name="connsiteY1" fmla="*/ 185939 h 1785107"/>
              <a:gd name="connsiteX2" fmla="*/ 1232451 w 3752106"/>
              <a:gd name="connsiteY2" fmla="*/ 1620431 h 1785107"/>
              <a:gd name="connsiteX3" fmla="*/ 2544416 w 3752106"/>
              <a:gd name="connsiteY3" fmla="*/ 1593926 h 1785107"/>
              <a:gd name="connsiteX4" fmla="*/ 2835965 w 3752106"/>
              <a:gd name="connsiteY4" fmla="*/ 189197 h 1785107"/>
              <a:gd name="connsiteX5" fmla="*/ 3752106 w 3752106"/>
              <a:gd name="connsiteY5" fmla="*/ 5186 h 1785107"/>
              <a:gd name="connsiteX0" fmla="*/ 0 w 3752106"/>
              <a:gd name="connsiteY0" fmla="*/ 13548 h 1793469"/>
              <a:gd name="connsiteX1" fmla="*/ 991167 w 3752106"/>
              <a:gd name="connsiteY1" fmla="*/ 194301 h 1793469"/>
              <a:gd name="connsiteX2" fmla="*/ 1232451 w 3752106"/>
              <a:gd name="connsiteY2" fmla="*/ 1628793 h 1793469"/>
              <a:gd name="connsiteX3" fmla="*/ 2544416 w 3752106"/>
              <a:gd name="connsiteY3" fmla="*/ 1602288 h 1793469"/>
              <a:gd name="connsiteX4" fmla="*/ 2835965 w 3752106"/>
              <a:gd name="connsiteY4" fmla="*/ 197559 h 1793469"/>
              <a:gd name="connsiteX5" fmla="*/ 3752106 w 3752106"/>
              <a:gd name="connsiteY5" fmla="*/ 13548 h 1793469"/>
              <a:gd name="connsiteX0" fmla="*/ 0 w 3752106"/>
              <a:gd name="connsiteY0" fmla="*/ 6740 h 1785352"/>
              <a:gd name="connsiteX1" fmla="*/ 1014926 w 3752106"/>
              <a:gd name="connsiteY1" fmla="*/ 207480 h 1785352"/>
              <a:gd name="connsiteX2" fmla="*/ 1232451 w 3752106"/>
              <a:gd name="connsiteY2" fmla="*/ 1621985 h 1785352"/>
              <a:gd name="connsiteX3" fmla="*/ 2544416 w 3752106"/>
              <a:gd name="connsiteY3" fmla="*/ 1595480 h 1785352"/>
              <a:gd name="connsiteX4" fmla="*/ 2835965 w 3752106"/>
              <a:gd name="connsiteY4" fmla="*/ 190751 h 1785352"/>
              <a:gd name="connsiteX5" fmla="*/ 3752106 w 3752106"/>
              <a:gd name="connsiteY5" fmla="*/ 6740 h 1785352"/>
              <a:gd name="connsiteX0" fmla="*/ 0 w 3752106"/>
              <a:gd name="connsiteY0" fmla="*/ 4533 h 1783145"/>
              <a:gd name="connsiteX1" fmla="*/ 1014926 w 3752106"/>
              <a:gd name="connsiteY1" fmla="*/ 205273 h 1783145"/>
              <a:gd name="connsiteX2" fmla="*/ 1232451 w 3752106"/>
              <a:gd name="connsiteY2" fmla="*/ 1619778 h 1783145"/>
              <a:gd name="connsiteX3" fmla="*/ 2544416 w 3752106"/>
              <a:gd name="connsiteY3" fmla="*/ 1593273 h 1783145"/>
              <a:gd name="connsiteX4" fmla="*/ 2835965 w 3752106"/>
              <a:gd name="connsiteY4" fmla="*/ 188544 h 1783145"/>
              <a:gd name="connsiteX5" fmla="*/ 3752106 w 3752106"/>
              <a:gd name="connsiteY5" fmla="*/ 4533 h 1783145"/>
              <a:gd name="connsiteX0" fmla="*/ 0 w 3752106"/>
              <a:gd name="connsiteY0" fmla="*/ 2693 h 1781305"/>
              <a:gd name="connsiteX1" fmla="*/ 1014926 w 3752106"/>
              <a:gd name="connsiteY1" fmla="*/ 203433 h 1781305"/>
              <a:gd name="connsiteX2" fmla="*/ 1232451 w 3752106"/>
              <a:gd name="connsiteY2" fmla="*/ 1617938 h 1781305"/>
              <a:gd name="connsiteX3" fmla="*/ 2544416 w 3752106"/>
              <a:gd name="connsiteY3" fmla="*/ 1591433 h 1781305"/>
              <a:gd name="connsiteX4" fmla="*/ 2835965 w 3752106"/>
              <a:gd name="connsiteY4" fmla="*/ 186704 h 1781305"/>
              <a:gd name="connsiteX5" fmla="*/ 3752106 w 3752106"/>
              <a:gd name="connsiteY5" fmla="*/ 2693 h 1781305"/>
              <a:gd name="connsiteX0" fmla="*/ 0 w 3752106"/>
              <a:gd name="connsiteY0" fmla="*/ 7868 h 1786480"/>
              <a:gd name="connsiteX1" fmla="*/ 1014926 w 3752106"/>
              <a:gd name="connsiteY1" fmla="*/ 208608 h 1786480"/>
              <a:gd name="connsiteX2" fmla="*/ 1232451 w 3752106"/>
              <a:gd name="connsiteY2" fmla="*/ 1623113 h 1786480"/>
              <a:gd name="connsiteX3" fmla="*/ 2544416 w 3752106"/>
              <a:gd name="connsiteY3" fmla="*/ 1596608 h 1786480"/>
              <a:gd name="connsiteX4" fmla="*/ 2835965 w 3752106"/>
              <a:gd name="connsiteY4" fmla="*/ 191879 h 1786480"/>
              <a:gd name="connsiteX5" fmla="*/ 3752106 w 3752106"/>
              <a:gd name="connsiteY5" fmla="*/ 7868 h 1786480"/>
              <a:gd name="connsiteX0" fmla="*/ 0 w 3752106"/>
              <a:gd name="connsiteY0" fmla="*/ 7868 h 1786184"/>
              <a:gd name="connsiteX1" fmla="*/ 1014926 w 3752106"/>
              <a:gd name="connsiteY1" fmla="*/ 208608 h 1786184"/>
              <a:gd name="connsiteX2" fmla="*/ 1232451 w 3752106"/>
              <a:gd name="connsiteY2" fmla="*/ 1623113 h 1786184"/>
              <a:gd name="connsiteX3" fmla="*/ 2544416 w 3752106"/>
              <a:gd name="connsiteY3" fmla="*/ 1596608 h 1786184"/>
              <a:gd name="connsiteX4" fmla="*/ 2707668 w 3752106"/>
              <a:gd name="connsiteY4" fmla="*/ 196876 h 1786184"/>
              <a:gd name="connsiteX5" fmla="*/ 3752106 w 3752106"/>
              <a:gd name="connsiteY5" fmla="*/ 7868 h 1786184"/>
              <a:gd name="connsiteX0" fmla="*/ 0 w 3752106"/>
              <a:gd name="connsiteY0" fmla="*/ 7868 h 1791531"/>
              <a:gd name="connsiteX1" fmla="*/ 1014926 w 3752106"/>
              <a:gd name="connsiteY1" fmla="*/ 208608 h 1791531"/>
              <a:gd name="connsiteX2" fmla="*/ 1232451 w 3752106"/>
              <a:gd name="connsiteY2" fmla="*/ 1623113 h 1791531"/>
              <a:gd name="connsiteX3" fmla="*/ 2506401 w 3752106"/>
              <a:gd name="connsiteY3" fmla="*/ 1606601 h 1791531"/>
              <a:gd name="connsiteX4" fmla="*/ 2707668 w 3752106"/>
              <a:gd name="connsiteY4" fmla="*/ 196876 h 1791531"/>
              <a:gd name="connsiteX5" fmla="*/ 3752106 w 3752106"/>
              <a:gd name="connsiteY5" fmla="*/ 7868 h 1791531"/>
              <a:gd name="connsiteX0" fmla="*/ 0 w 3752106"/>
              <a:gd name="connsiteY0" fmla="*/ 7868 h 1791228"/>
              <a:gd name="connsiteX1" fmla="*/ 1014926 w 3752106"/>
              <a:gd name="connsiteY1" fmla="*/ 208608 h 1791228"/>
              <a:gd name="connsiteX2" fmla="*/ 1232451 w 3752106"/>
              <a:gd name="connsiteY2" fmla="*/ 1623113 h 1791228"/>
              <a:gd name="connsiteX3" fmla="*/ 2506401 w 3752106"/>
              <a:gd name="connsiteY3" fmla="*/ 1606601 h 1791228"/>
              <a:gd name="connsiteX4" fmla="*/ 2736178 w 3752106"/>
              <a:gd name="connsiteY4" fmla="*/ 201873 h 1791228"/>
              <a:gd name="connsiteX5" fmla="*/ 3752106 w 3752106"/>
              <a:gd name="connsiteY5" fmla="*/ 7868 h 1791228"/>
              <a:gd name="connsiteX0" fmla="*/ 0 w 3752106"/>
              <a:gd name="connsiteY0" fmla="*/ 7868 h 1790926"/>
              <a:gd name="connsiteX1" fmla="*/ 1014926 w 3752106"/>
              <a:gd name="connsiteY1" fmla="*/ 208608 h 1790926"/>
              <a:gd name="connsiteX2" fmla="*/ 1232451 w 3752106"/>
              <a:gd name="connsiteY2" fmla="*/ 1623113 h 1790926"/>
              <a:gd name="connsiteX3" fmla="*/ 2506401 w 3752106"/>
              <a:gd name="connsiteY3" fmla="*/ 1606601 h 1790926"/>
              <a:gd name="connsiteX4" fmla="*/ 2712419 w 3752106"/>
              <a:gd name="connsiteY4" fmla="*/ 206870 h 1790926"/>
              <a:gd name="connsiteX5" fmla="*/ 3752106 w 3752106"/>
              <a:gd name="connsiteY5" fmla="*/ 7868 h 1790926"/>
              <a:gd name="connsiteX0" fmla="*/ 0 w 3752106"/>
              <a:gd name="connsiteY0" fmla="*/ 7868 h 1807733"/>
              <a:gd name="connsiteX1" fmla="*/ 1014926 w 3752106"/>
              <a:gd name="connsiteY1" fmla="*/ 208608 h 1807733"/>
              <a:gd name="connsiteX2" fmla="*/ 1232451 w 3752106"/>
              <a:gd name="connsiteY2" fmla="*/ 1623113 h 1807733"/>
              <a:gd name="connsiteX3" fmla="*/ 2482643 w 3752106"/>
              <a:gd name="connsiteY3" fmla="*/ 1636581 h 1807733"/>
              <a:gd name="connsiteX4" fmla="*/ 2712419 w 3752106"/>
              <a:gd name="connsiteY4" fmla="*/ 206870 h 1807733"/>
              <a:gd name="connsiteX5" fmla="*/ 3752106 w 3752106"/>
              <a:gd name="connsiteY5" fmla="*/ 7868 h 1807733"/>
              <a:gd name="connsiteX0" fmla="*/ 0 w 3752106"/>
              <a:gd name="connsiteY0" fmla="*/ 7868 h 1809017"/>
              <a:gd name="connsiteX1" fmla="*/ 1014926 w 3752106"/>
              <a:gd name="connsiteY1" fmla="*/ 208608 h 1809017"/>
              <a:gd name="connsiteX2" fmla="*/ 1232451 w 3752106"/>
              <a:gd name="connsiteY2" fmla="*/ 1623113 h 1809017"/>
              <a:gd name="connsiteX3" fmla="*/ 2482643 w 3752106"/>
              <a:gd name="connsiteY3" fmla="*/ 1636581 h 1809017"/>
              <a:gd name="connsiteX4" fmla="*/ 2702915 w 3752106"/>
              <a:gd name="connsiteY4" fmla="*/ 186883 h 1809017"/>
              <a:gd name="connsiteX5" fmla="*/ 3752106 w 3752106"/>
              <a:gd name="connsiteY5" fmla="*/ 7868 h 1809017"/>
              <a:gd name="connsiteX0" fmla="*/ 0 w 3752106"/>
              <a:gd name="connsiteY0" fmla="*/ 7868 h 1808375"/>
              <a:gd name="connsiteX1" fmla="*/ 1014926 w 3752106"/>
              <a:gd name="connsiteY1" fmla="*/ 208608 h 1808375"/>
              <a:gd name="connsiteX2" fmla="*/ 1232451 w 3752106"/>
              <a:gd name="connsiteY2" fmla="*/ 1623113 h 1808375"/>
              <a:gd name="connsiteX3" fmla="*/ 2482643 w 3752106"/>
              <a:gd name="connsiteY3" fmla="*/ 1636581 h 1808375"/>
              <a:gd name="connsiteX4" fmla="*/ 2698164 w 3752106"/>
              <a:gd name="connsiteY4" fmla="*/ 196876 h 1808375"/>
              <a:gd name="connsiteX5" fmla="*/ 3752106 w 3752106"/>
              <a:gd name="connsiteY5" fmla="*/ 7868 h 1808375"/>
              <a:gd name="connsiteX0" fmla="*/ 0 w 3752106"/>
              <a:gd name="connsiteY0" fmla="*/ 7868 h 1806774"/>
              <a:gd name="connsiteX1" fmla="*/ 1014926 w 3752106"/>
              <a:gd name="connsiteY1" fmla="*/ 208608 h 1806774"/>
              <a:gd name="connsiteX2" fmla="*/ 1232451 w 3752106"/>
              <a:gd name="connsiteY2" fmla="*/ 1623113 h 1806774"/>
              <a:gd name="connsiteX3" fmla="*/ 2482643 w 3752106"/>
              <a:gd name="connsiteY3" fmla="*/ 1636581 h 1806774"/>
              <a:gd name="connsiteX4" fmla="*/ 2698164 w 3752106"/>
              <a:gd name="connsiteY4" fmla="*/ 221859 h 1806774"/>
              <a:gd name="connsiteX5" fmla="*/ 3752106 w 3752106"/>
              <a:gd name="connsiteY5" fmla="*/ 7868 h 1806774"/>
              <a:gd name="connsiteX0" fmla="*/ 0 w 3752106"/>
              <a:gd name="connsiteY0" fmla="*/ 7868 h 1807413"/>
              <a:gd name="connsiteX1" fmla="*/ 1014926 w 3752106"/>
              <a:gd name="connsiteY1" fmla="*/ 208608 h 1807413"/>
              <a:gd name="connsiteX2" fmla="*/ 1232451 w 3752106"/>
              <a:gd name="connsiteY2" fmla="*/ 1623113 h 1807413"/>
              <a:gd name="connsiteX3" fmla="*/ 2482643 w 3752106"/>
              <a:gd name="connsiteY3" fmla="*/ 1636581 h 1807413"/>
              <a:gd name="connsiteX4" fmla="*/ 2688661 w 3752106"/>
              <a:gd name="connsiteY4" fmla="*/ 211865 h 1807413"/>
              <a:gd name="connsiteX5" fmla="*/ 3752106 w 3752106"/>
              <a:gd name="connsiteY5" fmla="*/ 7868 h 1807413"/>
              <a:gd name="connsiteX0" fmla="*/ 0 w 3752106"/>
              <a:gd name="connsiteY0" fmla="*/ 7868 h 1807413"/>
              <a:gd name="connsiteX1" fmla="*/ 1014926 w 3752106"/>
              <a:gd name="connsiteY1" fmla="*/ 208608 h 1807413"/>
              <a:gd name="connsiteX2" fmla="*/ 1232451 w 3752106"/>
              <a:gd name="connsiteY2" fmla="*/ 1623113 h 1807413"/>
              <a:gd name="connsiteX3" fmla="*/ 2482643 w 3752106"/>
              <a:gd name="connsiteY3" fmla="*/ 1636581 h 1807413"/>
              <a:gd name="connsiteX4" fmla="*/ 2702916 w 3752106"/>
              <a:gd name="connsiteY4" fmla="*/ 211865 h 1807413"/>
              <a:gd name="connsiteX5" fmla="*/ 3752106 w 3752106"/>
              <a:gd name="connsiteY5" fmla="*/ 7868 h 1807413"/>
              <a:gd name="connsiteX0" fmla="*/ 0 w 3752106"/>
              <a:gd name="connsiteY0" fmla="*/ 7868 h 1807093"/>
              <a:gd name="connsiteX1" fmla="*/ 1014926 w 3752106"/>
              <a:gd name="connsiteY1" fmla="*/ 208608 h 1807093"/>
              <a:gd name="connsiteX2" fmla="*/ 1232451 w 3752106"/>
              <a:gd name="connsiteY2" fmla="*/ 1623113 h 1807093"/>
              <a:gd name="connsiteX3" fmla="*/ 2482643 w 3752106"/>
              <a:gd name="connsiteY3" fmla="*/ 1636581 h 1807093"/>
              <a:gd name="connsiteX4" fmla="*/ 2731426 w 3752106"/>
              <a:gd name="connsiteY4" fmla="*/ 216861 h 1807093"/>
              <a:gd name="connsiteX5" fmla="*/ 3752106 w 3752106"/>
              <a:gd name="connsiteY5" fmla="*/ 7868 h 1807093"/>
              <a:gd name="connsiteX0" fmla="*/ 0 w 3752106"/>
              <a:gd name="connsiteY0" fmla="*/ 7868 h 1807093"/>
              <a:gd name="connsiteX1" fmla="*/ 1014926 w 3752106"/>
              <a:gd name="connsiteY1" fmla="*/ 208608 h 1807093"/>
              <a:gd name="connsiteX2" fmla="*/ 1232451 w 3752106"/>
              <a:gd name="connsiteY2" fmla="*/ 1623113 h 1807093"/>
              <a:gd name="connsiteX3" fmla="*/ 2482643 w 3752106"/>
              <a:gd name="connsiteY3" fmla="*/ 1636581 h 1807093"/>
              <a:gd name="connsiteX4" fmla="*/ 2707668 w 3752106"/>
              <a:gd name="connsiteY4" fmla="*/ 216861 h 1807093"/>
              <a:gd name="connsiteX5" fmla="*/ 3752106 w 3752106"/>
              <a:gd name="connsiteY5" fmla="*/ 7868 h 1807093"/>
              <a:gd name="connsiteX0" fmla="*/ 0 w 3752106"/>
              <a:gd name="connsiteY0" fmla="*/ 7868 h 1807413"/>
              <a:gd name="connsiteX1" fmla="*/ 1014926 w 3752106"/>
              <a:gd name="connsiteY1" fmla="*/ 208608 h 1807413"/>
              <a:gd name="connsiteX2" fmla="*/ 1232451 w 3752106"/>
              <a:gd name="connsiteY2" fmla="*/ 1623113 h 1807413"/>
              <a:gd name="connsiteX3" fmla="*/ 2482643 w 3752106"/>
              <a:gd name="connsiteY3" fmla="*/ 1636581 h 1807413"/>
              <a:gd name="connsiteX4" fmla="*/ 2726675 w 3752106"/>
              <a:gd name="connsiteY4" fmla="*/ 211864 h 1807413"/>
              <a:gd name="connsiteX5" fmla="*/ 3752106 w 3752106"/>
              <a:gd name="connsiteY5" fmla="*/ 7868 h 1807413"/>
              <a:gd name="connsiteX0" fmla="*/ 0 w 3752106"/>
              <a:gd name="connsiteY0" fmla="*/ 7868 h 1807413"/>
              <a:gd name="connsiteX1" fmla="*/ 1014926 w 3752106"/>
              <a:gd name="connsiteY1" fmla="*/ 208608 h 1807413"/>
              <a:gd name="connsiteX2" fmla="*/ 1232451 w 3752106"/>
              <a:gd name="connsiteY2" fmla="*/ 1623113 h 1807413"/>
              <a:gd name="connsiteX3" fmla="*/ 2482643 w 3752106"/>
              <a:gd name="connsiteY3" fmla="*/ 1636581 h 1807413"/>
              <a:gd name="connsiteX4" fmla="*/ 2726675 w 3752106"/>
              <a:gd name="connsiteY4" fmla="*/ 211864 h 1807413"/>
              <a:gd name="connsiteX5" fmla="*/ 3752106 w 3752106"/>
              <a:gd name="connsiteY5" fmla="*/ 7868 h 1807413"/>
              <a:gd name="connsiteX0" fmla="*/ 0 w 3752106"/>
              <a:gd name="connsiteY0" fmla="*/ 12554 h 1812099"/>
              <a:gd name="connsiteX1" fmla="*/ 1014926 w 3752106"/>
              <a:gd name="connsiteY1" fmla="*/ 213294 h 1812099"/>
              <a:gd name="connsiteX2" fmla="*/ 1232451 w 3752106"/>
              <a:gd name="connsiteY2" fmla="*/ 1627799 h 1812099"/>
              <a:gd name="connsiteX3" fmla="*/ 2482643 w 3752106"/>
              <a:gd name="connsiteY3" fmla="*/ 1641267 h 1812099"/>
              <a:gd name="connsiteX4" fmla="*/ 2726675 w 3752106"/>
              <a:gd name="connsiteY4" fmla="*/ 216550 h 1812099"/>
              <a:gd name="connsiteX5" fmla="*/ 3752106 w 3752106"/>
              <a:gd name="connsiteY5" fmla="*/ 12554 h 1812099"/>
              <a:gd name="connsiteX0" fmla="*/ 0 w 3752106"/>
              <a:gd name="connsiteY0" fmla="*/ 14293 h 1813838"/>
              <a:gd name="connsiteX1" fmla="*/ 1014926 w 3752106"/>
              <a:gd name="connsiteY1" fmla="*/ 215033 h 1813838"/>
              <a:gd name="connsiteX2" fmla="*/ 1232451 w 3752106"/>
              <a:gd name="connsiteY2" fmla="*/ 1629538 h 1813838"/>
              <a:gd name="connsiteX3" fmla="*/ 2482643 w 3752106"/>
              <a:gd name="connsiteY3" fmla="*/ 1643006 h 1813838"/>
              <a:gd name="connsiteX4" fmla="*/ 2726675 w 3752106"/>
              <a:gd name="connsiteY4" fmla="*/ 218289 h 1813838"/>
              <a:gd name="connsiteX5" fmla="*/ 3752106 w 3752106"/>
              <a:gd name="connsiteY5" fmla="*/ 14293 h 1813838"/>
              <a:gd name="connsiteX0" fmla="*/ 0 w 3752106"/>
              <a:gd name="connsiteY0" fmla="*/ 12555 h 1812100"/>
              <a:gd name="connsiteX1" fmla="*/ 1014926 w 3752106"/>
              <a:gd name="connsiteY1" fmla="*/ 213295 h 1812100"/>
              <a:gd name="connsiteX2" fmla="*/ 1232451 w 3752106"/>
              <a:gd name="connsiteY2" fmla="*/ 1627800 h 1812100"/>
              <a:gd name="connsiteX3" fmla="*/ 2482643 w 3752106"/>
              <a:gd name="connsiteY3" fmla="*/ 1641268 h 1812100"/>
              <a:gd name="connsiteX4" fmla="*/ 2726675 w 3752106"/>
              <a:gd name="connsiteY4" fmla="*/ 216551 h 1812100"/>
              <a:gd name="connsiteX5" fmla="*/ 3752106 w 3752106"/>
              <a:gd name="connsiteY5" fmla="*/ 12555 h 1812100"/>
              <a:gd name="connsiteX0" fmla="*/ 0 w 3752106"/>
              <a:gd name="connsiteY0" fmla="*/ 8582 h 1808127"/>
              <a:gd name="connsiteX1" fmla="*/ 1014926 w 3752106"/>
              <a:gd name="connsiteY1" fmla="*/ 209322 h 1808127"/>
              <a:gd name="connsiteX2" fmla="*/ 1232451 w 3752106"/>
              <a:gd name="connsiteY2" fmla="*/ 1623827 h 1808127"/>
              <a:gd name="connsiteX3" fmla="*/ 2482643 w 3752106"/>
              <a:gd name="connsiteY3" fmla="*/ 1637295 h 1808127"/>
              <a:gd name="connsiteX4" fmla="*/ 2726675 w 3752106"/>
              <a:gd name="connsiteY4" fmla="*/ 212578 h 1808127"/>
              <a:gd name="connsiteX5" fmla="*/ 3752106 w 3752106"/>
              <a:gd name="connsiteY5" fmla="*/ 8582 h 1808127"/>
              <a:gd name="connsiteX0" fmla="*/ 0 w 3752106"/>
              <a:gd name="connsiteY0" fmla="*/ 7869 h 1807414"/>
              <a:gd name="connsiteX1" fmla="*/ 1014926 w 3752106"/>
              <a:gd name="connsiteY1" fmla="*/ 208609 h 1807414"/>
              <a:gd name="connsiteX2" fmla="*/ 1232451 w 3752106"/>
              <a:gd name="connsiteY2" fmla="*/ 1623114 h 1807414"/>
              <a:gd name="connsiteX3" fmla="*/ 2482643 w 3752106"/>
              <a:gd name="connsiteY3" fmla="*/ 1636582 h 1807414"/>
              <a:gd name="connsiteX4" fmla="*/ 2726675 w 3752106"/>
              <a:gd name="connsiteY4" fmla="*/ 211865 h 1807414"/>
              <a:gd name="connsiteX5" fmla="*/ 3752106 w 3752106"/>
              <a:gd name="connsiteY5" fmla="*/ 7869 h 1807414"/>
              <a:gd name="connsiteX0" fmla="*/ 0 w 3718844"/>
              <a:gd name="connsiteY0" fmla="*/ 7869 h 1807414"/>
              <a:gd name="connsiteX1" fmla="*/ 1014926 w 3718844"/>
              <a:gd name="connsiteY1" fmla="*/ 208609 h 1807414"/>
              <a:gd name="connsiteX2" fmla="*/ 1232451 w 3718844"/>
              <a:gd name="connsiteY2" fmla="*/ 1623114 h 1807414"/>
              <a:gd name="connsiteX3" fmla="*/ 2482643 w 3718844"/>
              <a:gd name="connsiteY3" fmla="*/ 1636582 h 1807414"/>
              <a:gd name="connsiteX4" fmla="*/ 2726675 w 3718844"/>
              <a:gd name="connsiteY4" fmla="*/ 211865 h 1807414"/>
              <a:gd name="connsiteX5" fmla="*/ 3718844 w 3718844"/>
              <a:gd name="connsiteY5" fmla="*/ 7869 h 1807414"/>
              <a:gd name="connsiteX0" fmla="*/ 0 w 3718844"/>
              <a:gd name="connsiteY0" fmla="*/ 22705 h 1822250"/>
              <a:gd name="connsiteX1" fmla="*/ 1014926 w 3718844"/>
              <a:gd name="connsiteY1" fmla="*/ 223445 h 1822250"/>
              <a:gd name="connsiteX2" fmla="*/ 1232451 w 3718844"/>
              <a:gd name="connsiteY2" fmla="*/ 1637950 h 1822250"/>
              <a:gd name="connsiteX3" fmla="*/ 2482643 w 3718844"/>
              <a:gd name="connsiteY3" fmla="*/ 1651418 h 1822250"/>
              <a:gd name="connsiteX4" fmla="*/ 2726675 w 3718844"/>
              <a:gd name="connsiteY4" fmla="*/ 226701 h 1822250"/>
              <a:gd name="connsiteX5" fmla="*/ 3718844 w 3718844"/>
              <a:gd name="connsiteY5" fmla="*/ 22705 h 1822250"/>
              <a:gd name="connsiteX0" fmla="*/ 0 w 3718844"/>
              <a:gd name="connsiteY0" fmla="*/ 19825 h 1819370"/>
              <a:gd name="connsiteX1" fmla="*/ 1014926 w 3718844"/>
              <a:gd name="connsiteY1" fmla="*/ 220565 h 1819370"/>
              <a:gd name="connsiteX2" fmla="*/ 1232451 w 3718844"/>
              <a:gd name="connsiteY2" fmla="*/ 1635070 h 1819370"/>
              <a:gd name="connsiteX3" fmla="*/ 2482643 w 3718844"/>
              <a:gd name="connsiteY3" fmla="*/ 1648538 h 1819370"/>
              <a:gd name="connsiteX4" fmla="*/ 2726675 w 3718844"/>
              <a:gd name="connsiteY4" fmla="*/ 223821 h 1819370"/>
              <a:gd name="connsiteX5" fmla="*/ 3718844 w 3718844"/>
              <a:gd name="connsiteY5" fmla="*/ 24822 h 1819370"/>
              <a:gd name="connsiteX0" fmla="*/ 0 w 3718844"/>
              <a:gd name="connsiteY0" fmla="*/ 7869 h 1807414"/>
              <a:gd name="connsiteX1" fmla="*/ 1014926 w 3718844"/>
              <a:gd name="connsiteY1" fmla="*/ 208609 h 1807414"/>
              <a:gd name="connsiteX2" fmla="*/ 1232451 w 3718844"/>
              <a:gd name="connsiteY2" fmla="*/ 1623114 h 1807414"/>
              <a:gd name="connsiteX3" fmla="*/ 2482643 w 3718844"/>
              <a:gd name="connsiteY3" fmla="*/ 1636582 h 1807414"/>
              <a:gd name="connsiteX4" fmla="*/ 2726675 w 3718844"/>
              <a:gd name="connsiteY4" fmla="*/ 211865 h 1807414"/>
              <a:gd name="connsiteX5" fmla="*/ 3718844 w 3718844"/>
              <a:gd name="connsiteY5" fmla="*/ 12866 h 1807414"/>
              <a:gd name="connsiteX0" fmla="*/ 0 w 3690334"/>
              <a:gd name="connsiteY0" fmla="*/ 9329 h 1808874"/>
              <a:gd name="connsiteX1" fmla="*/ 1014926 w 3690334"/>
              <a:gd name="connsiteY1" fmla="*/ 210069 h 1808874"/>
              <a:gd name="connsiteX2" fmla="*/ 1232451 w 3690334"/>
              <a:gd name="connsiteY2" fmla="*/ 1624574 h 1808874"/>
              <a:gd name="connsiteX3" fmla="*/ 2482643 w 3690334"/>
              <a:gd name="connsiteY3" fmla="*/ 1638042 h 1808874"/>
              <a:gd name="connsiteX4" fmla="*/ 2726675 w 3690334"/>
              <a:gd name="connsiteY4" fmla="*/ 213325 h 1808874"/>
              <a:gd name="connsiteX5" fmla="*/ 3690334 w 3690334"/>
              <a:gd name="connsiteY5" fmla="*/ 4333 h 1808874"/>
              <a:gd name="connsiteX0" fmla="*/ 0 w 3690334"/>
              <a:gd name="connsiteY0" fmla="*/ 9329 h 1826038"/>
              <a:gd name="connsiteX1" fmla="*/ 1014926 w 3690334"/>
              <a:gd name="connsiteY1" fmla="*/ 210069 h 1826038"/>
              <a:gd name="connsiteX2" fmla="*/ 1232451 w 3690334"/>
              <a:gd name="connsiteY2" fmla="*/ 1624574 h 1826038"/>
              <a:gd name="connsiteX3" fmla="*/ 1853336 w 3690334"/>
              <a:gd name="connsiteY3" fmla="*/ 1808394 h 1826038"/>
              <a:gd name="connsiteX4" fmla="*/ 2482643 w 3690334"/>
              <a:gd name="connsiteY4" fmla="*/ 1638042 h 1826038"/>
              <a:gd name="connsiteX5" fmla="*/ 2726675 w 3690334"/>
              <a:gd name="connsiteY5" fmla="*/ 213325 h 1826038"/>
              <a:gd name="connsiteX6" fmla="*/ 3690334 w 3690334"/>
              <a:gd name="connsiteY6" fmla="*/ 4333 h 1826038"/>
              <a:gd name="connsiteX0" fmla="*/ 0 w 3690334"/>
              <a:gd name="connsiteY0" fmla="*/ 9329 h 1826038"/>
              <a:gd name="connsiteX1" fmla="*/ 1014926 w 3690334"/>
              <a:gd name="connsiteY1" fmla="*/ 210069 h 1826038"/>
              <a:gd name="connsiteX2" fmla="*/ 1232451 w 3690334"/>
              <a:gd name="connsiteY2" fmla="*/ 1624574 h 1826038"/>
              <a:gd name="connsiteX3" fmla="*/ 1853336 w 3690334"/>
              <a:gd name="connsiteY3" fmla="*/ 1808394 h 1826038"/>
              <a:gd name="connsiteX4" fmla="*/ 2482643 w 3690334"/>
              <a:gd name="connsiteY4" fmla="*/ 1638042 h 1826038"/>
              <a:gd name="connsiteX5" fmla="*/ 2726675 w 3690334"/>
              <a:gd name="connsiteY5" fmla="*/ 213325 h 1826038"/>
              <a:gd name="connsiteX6" fmla="*/ 3690334 w 3690334"/>
              <a:gd name="connsiteY6" fmla="*/ 4333 h 1826038"/>
              <a:gd name="connsiteX0" fmla="*/ 0 w 3690334"/>
              <a:gd name="connsiteY0" fmla="*/ 9329 h 1826038"/>
              <a:gd name="connsiteX1" fmla="*/ 1014926 w 3690334"/>
              <a:gd name="connsiteY1" fmla="*/ 210069 h 1826038"/>
              <a:gd name="connsiteX2" fmla="*/ 1232451 w 3690334"/>
              <a:gd name="connsiteY2" fmla="*/ 1624574 h 1826038"/>
              <a:gd name="connsiteX3" fmla="*/ 1853336 w 3690334"/>
              <a:gd name="connsiteY3" fmla="*/ 1808394 h 1826038"/>
              <a:gd name="connsiteX4" fmla="*/ 2482643 w 3690334"/>
              <a:gd name="connsiteY4" fmla="*/ 1638042 h 1826038"/>
              <a:gd name="connsiteX5" fmla="*/ 2726675 w 3690334"/>
              <a:gd name="connsiteY5" fmla="*/ 213325 h 1826038"/>
              <a:gd name="connsiteX6" fmla="*/ 3690334 w 3690334"/>
              <a:gd name="connsiteY6" fmla="*/ 4333 h 1826038"/>
              <a:gd name="connsiteX0" fmla="*/ 0 w 3690334"/>
              <a:gd name="connsiteY0" fmla="*/ 9329 h 1855468"/>
              <a:gd name="connsiteX1" fmla="*/ 1014926 w 3690334"/>
              <a:gd name="connsiteY1" fmla="*/ 210069 h 1855468"/>
              <a:gd name="connsiteX2" fmla="*/ 1232451 w 3690334"/>
              <a:gd name="connsiteY2" fmla="*/ 1624574 h 1855468"/>
              <a:gd name="connsiteX3" fmla="*/ 1853336 w 3690334"/>
              <a:gd name="connsiteY3" fmla="*/ 1848368 h 1855468"/>
              <a:gd name="connsiteX4" fmla="*/ 2482643 w 3690334"/>
              <a:gd name="connsiteY4" fmla="*/ 1638042 h 1855468"/>
              <a:gd name="connsiteX5" fmla="*/ 2726675 w 3690334"/>
              <a:gd name="connsiteY5" fmla="*/ 213325 h 1855468"/>
              <a:gd name="connsiteX6" fmla="*/ 3690334 w 3690334"/>
              <a:gd name="connsiteY6" fmla="*/ 4333 h 1855468"/>
              <a:gd name="connsiteX0" fmla="*/ 0 w 3690334"/>
              <a:gd name="connsiteY0" fmla="*/ 9329 h 1880903"/>
              <a:gd name="connsiteX1" fmla="*/ 1014926 w 3690334"/>
              <a:gd name="connsiteY1" fmla="*/ 210069 h 1880903"/>
              <a:gd name="connsiteX2" fmla="*/ 1232451 w 3690334"/>
              <a:gd name="connsiteY2" fmla="*/ 1624574 h 1880903"/>
              <a:gd name="connsiteX3" fmla="*/ 1853336 w 3690334"/>
              <a:gd name="connsiteY3" fmla="*/ 1878348 h 1880903"/>
              <a:gd name="connsiteX4" fmla="*/ 2482643 w 3690334"/>
              <a:gd name="connsiteY4" fmla="*/ 1638042 h 1880903"/>
              <a:gd name="connsiteX5" fmla="*/ 2726675 w 3690334"/>
              <a:gd name="connsiteY5" fmla="*/ 213325 h 1880903"/>
              <a:gd name="connsiteX6" fmla="*/ 3690334 w 3690334"/>
              <a:gd name="connsiteY6" fmla="*/ 4333 h 1880903"/>
              <a:gd name="connsiteX0" fmla="*/ 0 w 3690334"/>
              <a:gd name="connsiteY0" fmla="*/ 9329 h 1819438"/>
              <a:gd name="connsiteX1" fmla="*/ 1014926 w 3690334"/>
              <a:gd name="connsiteY1" fmla="*/ 210069 h 1819438"/>
              <a:gd name="connsiteX2" fmla="*/ 1232451 w 3690334"/>
              <a:gd name="connsiteY2" fmla="*/ 1624574 h 1819438"/>
              <a:gd name="connsiteX3" fmla="*/ 1858088 w 3690334"/>
              <a:gd name="connsiteY3" fmla="*/ 1798401 h 1819438"/>
              <a:gd name="connsiteX4" fmla="*/ 2482643 w 3690334"/>
              <a:gd name="connsiteY4" fmla="*/ 1638042 h 1819438"/>
              <a:gd name="connsiteX5" fmla="*/ 2726675 w 3690334"/>
              <a:gd name="connsiteY5" fmla="*/ 213325 h 1819438"/>
              <a:gd name="connsiteX6" fmla="*/ 3690334 w 3690334"/>
              <a:gd name="connsiteY6" fmla="*/ 4333 h 1819438"/>
              <a:gd name="connsiteX0" fmla="*/ 0 w 3690334"/>
              <a:gd name="connsiteY0" fmla="*/ 9329 h 1818240"/>
              <a:gd name="connsiteX1" fmla="*/ 1014926 w 3690334"/>
              <a:gd name="connsiteY1" fmla="*/ 210069 h 1818240"/>
              <a:gd name="connsiteX2" fmla="*/ 1232451 w 3690334"/>
              <a:gd name="connsiteY2" fmla="*/ 1624574 h 1818240"/>
              <a:gd name="connsiteX3" fmla="*/ 1858088 w 3690334"/>
              <a:gd name="connsiteY3" fmla="*/ 1798401 h 1818240"/>
              <a:gd name="connsiteX4" fmla="*/ 2515906 w 3690334"/>
              <a:gd name="connsiteY4" fmla="*/ 1558095 h 1818240"/>
              <a:gd name="connsiteX5" fmla="*/ 2726675 w 3690334"/>
              <a:gd name="connsiteY5" fmla="*/ 213325 h 1818240"/>
              <a:gd name="connsiteX6" fmla="*/ 3690334 w 3690334"/>
              <a:gd name="connsiteY6" fmla="*/ 4333 h 1818240"/>
              <a:gd name="connsiteX0" fmla="*/ 0 w 3690334"/>
              <a:gd name="connsiteY0" fmla="*/ 9329 h 1799727"/>
              <a:gd name="connsiteX1" fmla="*/ 1014926 w 3690334"/>
              <a:gd name="connsiteY1" fmla="*/ 210069 h 1799727"/>
              <a:gd name="connsiteX2" fmla="*/ 1199189 w 3690334"/>
              <a:gd name="connsiteY2" fmla="*/ 1544626 h 1799727"/>
              <a:gd name="connsiteX3" fmla="*/ 1858088 w 3690334"/>
              <a:gd name="connsiteY3" fmla="*/ 1798401 h 1799727"/>
              <a:gd name="connsiteX4" fmla="*/ 2515906 w 3690334"/>
              <a:gd name="connsiteY4" fmla="*/ 1558095 h 1799727"/>
              <a:gd name="connsiteX5" fmla="*/ 2726675 w 3690334"/>
              <a:gd name="connsiteY5" fmla="*/ 213325 h 1799727"/>
              <a:gd name="connsiteX6" fmla="*/ 3690334 w 3690334"/>
              <a:gd name="connsiteY6" fmla="*/ 4333 h 1799727"/>
              <a:gd name="connsiteX0" fmla="*/ 0 w 3690334"/>
              <a:gd name="connsiteY0" fmla="*/ 9329 h 1798918"/>
              <a:gd name="connsiteX1" fmla="*/ 1014926 w 3690334"/>
              <a:gd name="connsiteY1" fmla="*/ 210069 h 1798918"/>
              <a:gd name="connsiteX2" fmla="*/ 1199189 w 3690334"/>
              <a:gd name="connsiteY2" fmla="*/ 1544626 h 1798918"/>
              <a:gd name="connsiteX3" fmla="*/ 1858088 w 3690334"/>
              <a:gd name="connsiteY3" fmla="*/ 1798401 h 1798918"/>
              <a:gd name="connsiteX4" fmla="*/ 2525409 w 3690334"/>
              <a:gd name="connsiteY4" fmla="*/ 1533111 h 1798918"/>
              <a:gd name="connsiteX5" fmla="*/ 2726675 w 3690334"/>
              <a:gd name="connsiteY5" fmla="*/ 213325 h 1798918"/>
              <a:gd name="connsiteX6" fmla="*/ 3690334 w 3690334"/>
              <a:gd name="connsiteY6" fmla="*/ 4333 h 1798918"/>
              <a:gd name="connsiteX0" fmla="*/ 0 w 3690334"/>
              <a:gd name="connsiteY0" fmla="*/ 9329 h 1798668"/>
              <a:gd name="connsiteX1" fmla="*/ 1014926 w 3690334"/>
              <a:gd name="connsiteY1" fmla="*/ 210069 h 1798668"/>
              <a:gd name="connsiteX2" fmla="*/ 1199189 w 3690334"/>
              <a:gd name="connsiteY2" fmla="*/ 1544626 h 1798668"/>
              <a:gd name="connsiteX3" fmla="*/ 1858088 w 3690334"/>
              <a:gd name="connsiteY3" fmla="*/ 1798401 h 1798668"/>
              <a:gd name="connsiteX4" fmla="*/ 2525409 w 3690334"/>
              <a:gd name="connsiteY4" fmla="*/ 1548101 h 1798668"/>
              <a:gd name="connsiteX5" fmla="*/ 2726675 w 3690334"/>
              <a:gd name="connsiteY5" fmla="*/ 213325 h 1798668"/>
              <a:gd name="connsiteX6" fmla="*/ 3690334 w 3690334"/>
              <a:gd name="connsiteY6" fmla="*/ 4333 h 1798668"/>
              <a:gd name="connsiteX0" fmla="*/ 0 w 2726675"/>
              <a:gd name="connsiteY0" fmla="*/ 7869 h 1797208"/>
              <a:gd name="connsiteX1" fmla="*/ 1014926 w 2726675"/>
              <a:gd name="connsiteY1" fmla="*/ 208609 h 1797208"/>
              <a:gd name="connsiteX2" fmla="*/ 1199189 w 2726675"/>
              <a:gd name="connsiteY2" fmla="*/ 1543166 h 1797208"/>
              <a:gd name="connsiteX3" fmla="*/ 1858088 w 2726675"/>
              <a:gd name="connsiteY3" fmla="*/ 1796941 h 1797208"/>
              <a:gd name="connsiteX4" fmla="*/ 2525409 w 2726675"/>
              <a:gd name="connsiteY4" fmla="*/ 1546641 h 1797208"/>
              <a:gd name="connsiteX5" fmla="*/ 2726675 w 2726675"/>
              <a:gd name="connsiteY5" fmla="*/ 211865 h 1797208"/>
              <a:gd name="connsiteX0" fmla="*/ 0 w 2525409"/>
              <a:gd name="connsiteY0" fmla="*/ 7869 h 1797208"/>
              <a:gd name="connsiteX1" fmla="*/ 1014926 w 2525409"/>
              <a:gd name="connsiteY1" fmla="*/ 208609 h 1797208"/>
              <a:gd name="connsiteX2" fmla="*/ 1199189 w 2525409"/>
              <a:gd name="connsiteY2" fmla="*/ 1543166 h 1797208"/>
              <a:gd name="connsiteX3" fmla="*/ 1858088 w 2525409"/>
              <a:gd name="connsiteY3" fmla="*/ 1796941 h 1797208"/>
              <a:gd name="connsiteX4" fmla="*/ 2525409 w 2525409"/>
              <a:gd name="connsiteY4" fmla="*/ 1546641 h 1797208"/>
              <a:gd name="connsiteX0" fmla="*/ 0 w 1858088"/>
              <a:gd name="connsiteY0" fmla="*/ 7869 h 1796941"/>
              <a:gd name="connsiteX1" fmla="*/ 1014926 w 1858088"/>
              <a:gd name="connsiteY1" fmla="*/ 208609 h 1796941"/>
              <a:gd name="connsiteX2" fmla="*/ 1199189 w 1858088"/>
              <a:gd name="connsiteY2" fmla="*/ 1543166 h 1796941"/>
              <a:gd name="connsiteX3" fmla="*/ 1858088 w 1858088"/>
              <a:gd name="connsiteY3" fmla="*/ 1796941 h 17969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858088" h="1796941">
                <a:moveTo>
                  <a:pt x="0" y="7869"/>
                </a:moveTo>
                <a:cubicBezTo>
                  <a:pt x="699184" y="25593"/>
                  <a:pt x="923560" y="-90579"/>
                  <a:pt x="1014926" y="208609"/>
                </a:cubicBezTo>
                <a:cubicBezTo>
                  <a:pt x="1111044" y="472821"/>
                  <a:pt x="1058662" y="1278444"/>
                  <a:pt x="1199189" y="1543166"/>
                </a:cubicBezTo>
                <a:cubicBezTo>
                  <a:pt x="1339716" y="1807888"/>
                  <a:pt x="1637051" y="1796362"/>
                  <a:pt x="1858088" y="1796941"/>
                </a:cubicBezTo>
              </a:path>
            </a:pathLst>
          </a:custGeom>
          <a:noFill/>
          <a:ln w="123825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745084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CCD3FE-CBB8-9F86-4532-70BF87D422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18">
            <a:extLst>
              <a:ext uri="{FF2B5EF4-FFF2-40B4-BE49-F238E27FC236}">
                <a16:creationId xmlns:a16="http://schemas.microsoft.com/office/drawing/2014/main" id="{5814382C-1BCD-BC24-4EEB-97DA044ADFC4}"/>
              </a:ext>
            </a:extLst>
          </p:cNvPr>
          <p:cNvGrpSpPr/>
          <p:nvPr/>
        </p:nvGrpSpPr>
        <p:grpSpPr>
          <a:xfrm>
            <a:off x="74428" y="967563"/>
            <a:ext cx="12014791" cy="3030279"/>
            <a:chOff x="74428" y="967563"/>
            <a:chExt cx="12014791" cy="3030279"/>
          </a:xfrm>
        </p:grpSpPr>
        <p:grpSp>
          <p:nvGrpSpPr>
            <p:cNvPr id="3" name="Group 2">
              <a:extLst>
                <a:ext uri="{FF2B5EF4-FFF2-40B4-BE49-F238E27FC236}">
                  <a16:creationId xmlns:a16="http://schemas.microsoft.com/office/drawing/2014/main" id="{A198999E-948A-E55A-FD28-0153815A38C1}"/>
                </a:ext>
              </a:extLst>
            </p:cNvPr>
            <p:cNvGrpSpPr/>
            <p:nvPr/>
          </p:nvGrpSpPr>
          <p:grpSpPr>
            <a:xfrm>
              <a:off x="74428" y="967563"/>
              <a:ext cx="12014791" cy="3030279"/>
              <a:chOff x="74428" y="967563"/>
              <a:chExt cx="12014791" cy="3030279"/>
            </a:xfrm>
          </p:grpSpPr>
          <p:sp>
            <p:nvSpPr>
              <p:cNvPr id="2" name="Rectangle 1">
                <a:extLst>
                  <a:ext uri="{FF2B5EF4-FFF2-40B4-BE49-F238E27FC236}">
                    <a16:creationId xmlns:a16="http://schemas.microsoft.com/office/drawing/2014/main" id="{61FB9A28-982A-BCE4-EC4D-7D3B3BA22341}"/>
                  </a:ext>
                </a:extLst>
              </p:cNvPr>
              <p:cNvSpPr/>
              <p:nvPr/>
            </p:nvSpPr>
            <p:spPr>
              <a:xfrm>
                <a:off x="74428" y="967563"/>
                <a:ext cx="12014791" cy="3030279"/>
              </a:xfrm>
              <a:prstGeom prst="rect">
                <a:avLst/>
              </a:prstGeom>
              <a:gradFill>
                <a:gsLst>
                  <a:gs pos="0">
                    <a:srgbClr val="22222A"/>
                  </a:gs>
                  <a:gs pos="87000">
                    <a:srgbClr val="5E605A"/>
                  </a:gs>
                  <a:gs pos="72000">
                    <a:srgbClr val="373744"/>
                  </a:gs>
                  <a:gs pos="100000">
                    <a:srgbClr val="AF953D"/>
                  </a:gs>
                </a:gsLst>
                <a:lin ang="20400000" scaled="0"/>
              </a:gra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1F2D0FBD-7C37-EA64-0A33-378E587976C4}"/>
                  </a:ext>
                </a:extLst>
              </p:cNvPr>
              <p:cNvSpPr txBox="1"/>
              <p:nvPr/>
            </p:nvSpPr>
            <p:spPr>
              <a:xfrm>
                <a:off x="3827024" y="1184821"/>
                <a:ext cx="7219507" cy="255454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8000" b="1" dirty="0">
                    <a:gradFill>
                      <a:gsLst>
                        <a:gs pos="38000">
                          <a:srgbClr val="DB705B"/>
                        </a:gs>
                        <a:gs pos="91000">
                          <a:srgbClr val="F6D154"/>
                        </a:gs>
                      </a:gsLst>
                      <a:lin ang="5400000" scaled="1"/>
                    </a:gradFill>
                    <a:latin typeface="Baskerville" panose="02020502070401020303" pitchFamily="18" charset="0"/>
                    <a:ea typeface="Baskerville" panose="02020502070401020303" pitchFamily="18" charset="0"/>
                  </a:rPr>
                  <a:t>BOWIE+ Collaboration</a:t>
                </a:r>
              </a:p>
            </p:txBody>
          </p:sp>
        </p:grpSp>
        <p:pic>
          <p:nvPicPr>
            <p:cNvPr id="18" name="Picture 17" descr="A yellow hexagon with a red lightning bolt&#10;&#10;AI-generated content may be incorrect.">
              <a:extLst>
                <a:ext uri="{FF2B5EF4-FFF2-40B4-BE49-F238E27FC236}">
                  <a16:creationId xmlns:a16="http://schemas.microsoft.com/office/drawing/2014/main" id="{DB9061DA-D05F-AB2E-3CC0-4BA40164B22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53199" y="1070307"/>
              <a:ext cx="3195055" cy="2783571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67099200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C9CE1C-C476-E727-8404-A5B1EAF789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F0E9DACC-8EE2-5914-EFFD-AF7DB4994B6E}"/>
              </a:ext>
            </a:extLst>
          </p:cNvPr>
          <p:cNvSpPr/>
          <p:nvPr/>
        </p:nvSpPr>
        <p:spPr>
          <a:xfrm>
            <a:off x="74428" y="967563"/>
            <a:ext cx="12014791" cy="3030279"/>
          </a:xfrm>
          <a:prstGeom prst="rect">
            <a:avLst/>
          </a:prstGeom>
          <a:solidFill>
            <a:srgbClr val="F7F4E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A0BFD9FF-8DDF-AE94-173F-F533EEDA54CC}"/>
              </a:ext>
            </a:extLst>
          </p:cNvPr>
          <p:cNvGrpSpPr>
            <a:grpSpLocks noChangeAspect="1"/>
          </p:cNvGrpSpPr>
          <p:nvPr/>
        </p:nvGrpSpPr>
        <p:grpSpPr>
          <a:xfrm>
            <a:off x="432852" y="1223105"/>
            <a:ext cx="2817407" cy="2464795"/>
            <a:chOff x="2888974" y="1276265"/>
            <a:chExt cx="4797287" cy="4196883"/>
          </a:xfrm>
        </p:grpSpPr>
        <p:sp>
          <p:nvSpPr>
            <p:cNvPr id="4" name="Hexagon 3">
              <a:extLst>
                <a:ext uri="{FF2B5EF4-FFF2-40B4-BE49-F238E27FC236}">
                  <a16:creationId xmlns:a16="http://schemas.microsoft.com/office/drawing/2014/main" id="{B6D0A4D3-8FB2-D4BC-482B-E75CE6C3A1A1}"/>
                </a:ext>
              </a:extLst>
            </p:cNvPr>
            <p:cNvSpPr>
              <a:spLocks/>
            </p:cNvSpPr>
            <p:nvPr/>
          </p:nvSpPr>
          <p:spPr>
            <a:xfrm>
              <a:off x="2888974" y="1298713"/>
              <a:ext cx="4797287" cy="4174435"/>
            </a:xfrm>
            <a:prstGeom prst="hexagon">
              <a:avLst/>
            </a:prstGeom>
            <a:solidFill>
              <a:srgbClr val="FFC000"/>
            </a:solidFill>
            <a:ln w="2032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E4895C13-3C5C-D966-8E27-6161B9DD139F}"/>
                </a:ext>
              </a:extLst>
            </p:cNvPr>
            <p:cNvGrpSpPr/>
            <p:nvPr/>
          </p:nvGrpSpPr>
          <p:grpSpPr>
            <a:xfrm>
              <a:off x="2888974" y="1276265"/>
              <a:ext cx="4797287" cy="4174435"/>
              <a:chOff x="2888974" y="1276265"/>
              <a:chExt cx="4797287" cy="4174435"/>
            </a:xfrm>
          </p:grpSpPr>
          <p:sp>
            <p:nvSpPr>
              <p:cNvPr id="21" name="Freeform 20">
                <a:extLst>
                  <a:ext uri="{FF2B5EF4-FFF2-40B4-BE49-F238E27FC236}">
                    <a16:creationId xmlns:a16="http://schemas.microsoft.com/office/drawing/2014/main" id="{F2DE5BCD-4C60-F5FB-7AF1-CE838B97A942}"/>
                  </a:ext>
                </a:extLst>
              </p:cNvPr>
              <p:cNvSpPr/>
              <p:nvPr/>
            </p:nvSpPr>
            <p:spPr>
              <a:xfrm>
                <a:off x="3337654" y="2539335"/>
                <a:ext cx="3985505" cy="1779329"/>
              </a:xfrm>
              <a:custGeom>
                <a:avLst/>
                <a:gdLst>
                  <a:gd name="connsiteX0" fmla="*/ 0 w 5009321"/>
                  <a:gd name="connsiteY0" fmla="*/ 312756 h 1821094"/>
                  <a:gd name="connsiteX1" fmla="*/ 1364974 w 5009321"/>
                  <a:gd name="connsiteY1" fmla="*/ 273000 h 1821094"/>
                  <a:gd name="connsiteX2" fmla="*/ 1630017 w 5009321"/>
                  <a:gd name="connsiteY2" fmla="*/ 1571713 h 1821094"/>
                  <a:gd name="connsiteX3" fmla="*/ 2372139 w 5009321"/>
                  <a:gd name="connsiteY3" fmla="*/ 1717487 h 1821094"/>
                  <a:gd name="connsiteX4" fmla="*/ 2849217 w 5009321"/>
                  <a:gd name="connsiteY4" fmla="*/ 1690982 h 1821094"/>
                  <a:gd name="connsiteX5" fmla="*/ 3114261 w 5009321"/>
                  <a:gd name="connsiteY5" fmla="*/ 127226 h 1821094"/>
                  <a:gd name="connsiteX6" fmla="*/ 4691269 w 5009321"/>
                  <a:gd name="connsiteY6" fmla="*/ 87469 h 1821094"/>
                  <a:gd name="connsiteX7" fmla="*/ 5009321 w 5009321"/>
                  <a:gd name="connsiteY7" fmla="*/ 60965 h 1821094"/>
                  <a:gd name="connsiteX0" fmla="*/ 0 w 5261112"/>
                  <a:gd name="connsiteY0" fmla="*/ 100721 h 1821094"/>
                  <a:gd name="connsiteX1" fmla="*/ 1616765 w 5261112"/>
                  <a:gd name="connsiteY1" fmla="*/ 273000 h 1821094"/>
                  <a:gd name="connsiteX2" fmla="*/ 1881808 w 5261112"/>
                  <a:gd name="connsiteY2" fmla="*/ 1571713 h 1821094"/>
                  <a:gd name="connsiteX3" fmla="*/ 2623930 w 5261112"/>
                  <a:gd name="connsiteY3" fmla="*/ 1717487 h 1821094"/>
                  <a:gd name="connsiteX4" fmla="*/ 3101008 w 5261112"/>
                  <a:gd name="connsiteY4" fmla="*/ 1690982 h 1821094"/>
                  <a:gd name="connsiteX5" fmla="*/ 3366052 w 5261112"/>
                  <a:gd name="connsiteY5" fmla="*/ 127226 h 1821094"/>
                  <a:gd name="connsiteX6" fmla="*/ 4943060 w 5261112"/>
                  <a:gd name="connsiteY6" fmla="*/ 87469 h 1821094"/>
                  <a:gd name="connsiteX7" fmla="*/ 5261112 w 5261112"/>
                  <a:gd name="connsiteY7" fmla="*/ 60965 h 1821094"/>
                  <a:gd name="connsiteX0" fmla="*/ 0 w 5261112"/>
                  <a:gd name="connsiteY0" fmla="*/ 100721 h 1821094"/>
                  <a:gd name="connsiteX1" fmla="*/ 1616765 w 5261112"/>
                  <a:gd name="connsiteY1" fmla="*/ 273000 h 1821094"/>
                  <a:gd name="connsiteX2" fmla="*/ 1881808 w 5261112"/>
                  <a:gd name="connsiteY2" fmla="*/ 1571713 h 1821094"/>
                  <a:gd name="connsiteX3" fmla="*/ 2623930 w 5261112"/>
                  <a:gd name="connsiteY3" fmla="*/ 1717487 h 1821094"/>
                  <a:gd name="connsiteX4" fmla="*/ 3101008 w 5261112"/>
                  <a:gd name="connsiteY4" fmla="*/ 1690982 h 1821094"/>
                  <a:gd name="connsiteX5" fmla="*/ 3366052 w 5261112"/>
                  <a:gd name="connsiteY5" fmla="*/ 127226 h 1821094"/>
                  <a:gd name="connsiteX6" fmla="*/ 4943060 w 5261112"/>
                  <a:gd name="connsiteY6" fmla="*/ 87469 h 1821094"/>
                  <a:gd name="connsiteX7" fmla="*/ 5261112 w 5261112"/>
                  <a:gd name="connsiteY7" fmla="*/ 60965 h 1821094"/>
                  <a:gd name="connsiteX0" fmla="*/ 0 w 5261112"/>
                  <a:gd name="connsiteY0" fmla="*/ 100721 h 1821094"/>
                  <a:gd name="connsiteX1" fmla="*/ 1616765 w 5261112"/>
                  <a:gd name="connsiteY1" fmla="*/ 273000 h 1821094"/>
                  <a:gd name="connsiteX2" fmla="*/ 1881808 w 5261112"/>
                  <a:gd name="connsiteY2" fmla="*/ 1571713 h 1821094"/>
                  <a:gd name="connsiteX3" fmla="*/ 2623930 w 5261112"/>
                  <a:gd name="connsiteY3" fmla="*/ 1717487 h 1821094"/>
                  <a:gd name="connsiteX4" fmla="*/ 3101008 w 5261112"/>
                  <a:gd name="connsiteY4" fmla="*/ 1690982 h 1821094"/>
                  <a:gd name="connsiteX5" fmla="*/ 3366052 w 5261112"/>
                  <a:gd name="connsiteY5" fmla="*/ 127226 h 1821094"/>
                  <a:gd name="connsiteX6" fmla="*/ 4943060 w 5261112"/>
                  <a:gd name="connsiteY6" fmla="*/ 87469 h 1821094"/>
                  <a:gd name="connsiteX7" fmla="*/ 5261112 w 5261112"/>
                  <a:gd name="connsiteY7" fmla="*/ 60965 h 1821094"/>
                  <a:gd name="connsiteX0" fmla="*/ 0 w 5261112"/>
                  <a:gd name="connsiteY0" fmla="*/ 100721 h 1821094"/>
                  <a:gd name="connsiteX1" fmla="*/ 1616765 w 5261112"/>
                  <a:gd name="connsiteY1" fmla="*/ 127227 h 1821094"/>
                  <a:gd name="connsiteX2" fmla="*/ 1881808 w 5261112"/>
                  <a:gd name="connsiteY2" fmla="*/ 1571713 h 1821094"/>
                  <a:gd name="connsiteX3" fmla="*/ 2623930 w 5261112"/>
                  <a:gd name="connsiteY3" fmla="*/ 1717487 h 1821094"/>
                  <a:gd name="connsiteX4" fmla="*/ 3101008 w 5261112"/>
                  <a:gd name="connsiteY4" fmla="*/ 1690982 h 1821094"/>
                  <a:gd name="connsiteX5" fmla="*/ 3366052 w 5261112"/>
                  <a:gd name="connsiteY5" fmla="*/ 127226 h 1821094"/>
                  <a:gd name="connsiteX6" fmla="*/ 4943060 w 5261112"/>
                  <a:gd name="connsiteY6" fmla="*/ 87469 h 1821094"/>
                  <a:gd name="connsiteX7" fmla="*/ 5261112 w 5261112"/>
                  <a:gd name="connsiteY7" fmla="*/ 60965 h 1821094"/>
                  <a:gd name="connsiteX0" fmla="*/ 0 w 5261112"/>
                  <a:gd name="connsiteY0" fmla="*/ 100721 h 1821094"/>
                  <a:gd name="connsiteX1" fmla="*/ 1616765 w 5261112"/>
                  <a:gd name="connsiteY1" fmla="*/ 127227 h 1821094"/>
                  <a:gd name="connsiteX2" fmla="*/ 1881808 w 5261112"/>
                  <a:gd name="connsiteY2" fmla="*/ 1571713 h 1821094"/>
                  <a:gd name="connsiteX3" fmla="*/ 2623930 w 5261112"/>
                  <a:gd name="connsiteY3" fmla="*/ 1717487 h 1821094"/>
                  <a:gd name="connsiteX4" fmla="*/ 3101008 w 5261112"/>
                  <a:gd name="connsiteY4" fmla="*/ 1690982 h 1821094"/>
                  <a:gd name="connsiteX5" fmla="*/ 3366052 w 5261112"/>
                  <a:gd name="connsiteY5" fmla="*/ 127226 h 1821094"/>
                  <a:gd name="connsiteX6" fmla="*/ 4943060 w 5261112"/>
                  <a:gd name="connsiteY6" fmla="*/ 87469 h 1821094"/>
                  <a:gd name="connsiteX7" fmla="*/ 5261112 w 5261112"/>
                  <a:gd name="connsiteY7" fmla="*/ 60965 h 1821094"/>
                  <a:gd name="connsiteX0" fmla="*/ 0 w 5261112"/>
                  <a:gd name="connsiteY0" fmla="*/ 109720 h 1830093"/>
                  <a:gd name="connsiteX1" fmla="*/ 1616765 w 5261112"/>
                  <a:gd name="connsiteY1" fmla="*/ 136226 h 1830093"/>
                  <a:gd name="connsiteX2" fmla="*/ 1881808 w 5261112"/>
                  <a:gd name="connsiteY2" fmla="*/ 1580712 h 1830093"/>
                  <a:gd name="connsiteX3" fmla="*/ 2623930 w 5261112"/>
                  <a:gd name="connsiteY3" fmla="*/ 1726486 h 1830093"/>
                  <a:gd name="connsiteX4" fmla="*/ 3101008 w 5261112"/>
                  <a:gd name="connsiteY4" fmla="*/ 1699981 h 1830093"/>
                  <a:gd name="connsiteX5" fmla="*/ 3366052 w 5261112"/>
                  <a:gd name="connsiteY5" fmla="*/ 136225 h 1830093"/>
                  <a:gd name="connsiteX6" fmla="*/ 4943060 w 5261112"/>
                  <a:gd name="connsiteY6" fmla="*/ 96468 h 1830093"/>
                  <a:gd name="connsiteX7" fmla="*/ 5261112 w 5261112"/>
                  <a:gd name="connsiteY7" fmla="*/ 69964 h 1830093"/>
                  <a:gd name="connsiteX0" fmla="*/ 0 w 5261112"/>
                  <a:gd name="connsiteY0" fmla="*/ 100722 h 1821095"/>
                  <a:gd name="connsiteX1" fmla="*/ 1616765 w 5261112"/>
                  <a:gd name="connsiteY1" fmla="*/ 127228 h 1821095"/>
                  <a:gd name="connsiteX2" fmla="*/ 1881808 w 5261112"/>
                  <a:gd name="connsiteY2" fmla="*/ 1571714 h 1821095"/>
                  <a:gd name="connsiteX3" fmla="*/ 2623930 w 5261112"/>
                  <a:gd name="connsiteY3" fmla="*/ 1717488 h 1821095"/>
                  <a:gd name="connsiteX4" fmla="*/ 3101008 w 5261112"/>
                  <a:gd name="connsiteY4" fmla="*/ 1690983 h 1821095"/>
                  <a:gd name="connsiteX5" fmla="*/ 3366052 w 5261112"/>
                  <a:gd name="connsiteY5" fmla="*/ 127227 h 1821095"/>
                  <a:gd name="connsiteX6" fmla="*/ 4943060 w 5261112"/>
                  <a:gd name="connsiteY6" fmla="*/ 87470 h 1821095"/>
                  <a:gd name="connsiteX7" fmla="*/ 5261112 w 5261112"/>
                  <a:gd name="connsiteY7" fmla="*/ 60966 h 1821095"/>
                  <a:gd name="connsiteX0" fmla="*/ 0 w 5261112"/>
                  <a:gd name="connsiteY0" fmla="*/ 100722 h 1821095"/>
                  <a:gd name="connsiteX1" fmla="*/ 1616765 w 5261112"/>
                  <a:gd name="connsiteY1" fmla="*/ 127228 h 1821095"/>
                  <a:gd name="connsiteX2" fmla="*/ 1881808 w 5261112"/>
                  <a:gd name="connsiteY2" fmla="*/ 1571714 h 1821095"/>
                  <a:gd name="connsiteX3" fmla="*/ 2623930 w 5261112"/>
                  <a:gd name="connsiteY3" fmla="*/ 1717488 h 1821095"/>
                  <a:gd name="connsiteX4" fmla="*/ 3101008 w 5261112"/>
                  <a:gd name="connsiteY4" fmla="*/ 1690983 h 1821095"/>
                  <a:gd name="connsiteX5" fmla="*/ 3366052 w 5261112"/>
                  <a:gd name="connsiteY5" fmla="*/ 127227 h 1821095"/>
                  <a:gd name="connsiteX6" fmla="*/ 4943060 w 5261112"/>
                  <a:gd name="connsiteY6" fmla="*/ 87470 h 1821095"/>
                  <a:gd name="connsiteX7" fmla="*/ 5261112 w 5261112"/>
                  <a:gd name="connsiteY7" fmla="*/ 60966 h 1821095"/>
                  <a:gd name="connsiteX0" fmla="*/ 0 w 5261112"/>
                  <a:gd name="connsiteY0" fmla="*/ 98115 h 1744263"/>
                  <a:gd name="connsiteX1" fmla="*/ 1616765 w 5261112"/>
                  <a:gd name="connsiteY1" fmla="*/ 124621 h 1744263"/>
                  <a:gd name="connsiteX2" fmla="*/ 1881808 w 5261112"/>
                  <a:gd name="connsiteY2" fmla="*/ 1569107 h 1744263"/>
                  <a:gd name="connsiteX3" fmla="*/ 2623930 w 5261112"/>
                  <a:gd name="connsiteY3" fmla="*/ 1714881 h 1744263"/>
                  <a:gd name="connsiteX4" fmla="*/ 3101008 w 5261112"/>
                  <a:gd name="connsiteY4" fmla="*/ 1529350 h 1744263"/>
                  <a:gd name="connsiteX5" fmla="*/ 3366052 w 5261112"/>
                  <a:gd name="connsiteY5" fmla="*/ 124620 h 1744263"/>
                  <a:gd name="connsiteX6" fmla="*/ 4943060 w 5261112"/>
                  <a:gd name="connsiteY6" fmla="*/ 84863 h 1744263"/>
                  <a:gd name="connsiteX7" fmla="*/ 5261112 w 5261112"/>
                  <a:gd name="connsiteY7" fmla="*/ 58359 h 1744263"/>
                  <a:gd name="connsiteX0" fmla="*/ 0 w 5261112"/>
                  <a:gd name="connsiteY0" fmla="*/ 98115 h 1739047"/>
                  <a:gd name="connsiteX1" fmla="*/ 1616765 w 5261112"/>
                  <a:gd name="connsiteY1" fmla="*/ 124621 h 1739047"/>
                  <a:gd name="connsiteX2" fmla="*/ 1881808 w 5261112"/>
                  <a:gd name="connsiteY2" fmla="*/ 1569107 h 1739047"/>
                  <a:gd name="connsiteX3" fmla="*/ 2623930 w 5261112"/>
                  <a:gd name="connsiteY3" fmla="*/ 1714881 h 1739047"/>
                  <a:gd name="connsiteX4" fmla="*/ 3101008 w 5261112"/>
                  <a:gd name="connsiteY4" fmla="*/ 1529350 h 1739047"/>
                  <a:gd name="connsiteX5" fmla="*/ 3366052 w 5261112"/>
                  <a:gd name="connsiteY5" fmla="*/ 124620 h 1739047"/>
                  <a:gd name="connsiteX6" fmla="*/ 4943060 w 5261112"/>
                  <a:gd name="connsiteY6" fmla="*/ 84863 h 1739047"/>
                  <a:gd name="connsiteX7" fmla="*/ 5261112 w 5261112"/>
                  <a:gd name="connsiteY7" fmla="*/ 58359 h 1739047"/>
                  <a:gd name="connsiteX0" fmla="*/ 0 w 5261112"/>
                  <a:gd name="connsiteY0" fmla="*/ 98115 h 1744263"/>
                  <a:gd name="connsiteX1" fmla="*/ 1616765 w 5261112"/>
                  <a:gd name="connsiteY1" fmla="*/ 124621 h 1744263"/>
                  <a:gd name="connsiteX2" fmla="*/ 1881808 w 5261112"/>
                  <a:gd name="connsiteY2" fmla="*/ 1569107 h 1744263"/>
                  <a:gd name="connsiteX3" fmla="*/ 2623930 w 5261112"/>
                  <a:gd name="connsiteY3" fmla="*/ 1714881 h 1744263"/>
                  <a:gd name="connsiteX4" fmla="*/ 3101008 w 5261112"/>
                  <a:gd name="connsiteY4" fmla="*/ 1529350 h 1744263"/>
                  <a:gd name="connsiteX5" fmla="*/ 3366052 w 5261112"/>
                  <a:gd name="connsiteY5" fmla="*/ 124620 h 1744263"/>
                  <a:gd name="connsiteX6" fmla="*/ 4943060 w 5261112"/>
                  <a:gd name="connsiteY6" fmla="*/ 84863 h 1744263"/>
                  <a:gd name="connsiteX7" fmla="*/ 5261112 w 5261112"/>
                  <a:gd name="connsiteY7" fmla="*/ 58359 h 1744263"/>
                  <a:gd name="connsiteX0" fmla="*/ 0 w 5261112"/>
                  <a:gd name="connsiteY0" fmla="*/ 98115 h 1743386"/>
                  <a:gd name="connsiteX1" fmla="*/ 1616765 w 5261112"/>
                  <a:gd name="connsiteY1" fmla="*/ 124621 h 1743386"/>
                  <a:gd name="connsiteX2" fmla="*/ 1881808 w 5261112"/>
                  <a:gd name="connsiteY2" fmla="*/ 1569107 h 1743386"/>
                  <a:gd name="connsiteX3" fmla="*/ 2623930 w 5261112"/>
                  <a:gd name="connsiteY3" fmla="*/ 1714881 h 1743386"/>
                  <a:gd name="connsiteX4" fmla="*/ 3193773 w 5261112"/>
                  <a:gd name="connsiteY4" fmla="*/ 1542602 h 1743386"/>
                  <a:gd name="connsiteX5" fmla="*/ 3366052 w 5261112"/>
                  <a:gd name="connsiteY5" fmla="*/ 124620 h 1743386"/>
                  <a:gd name="connsiteX6" fmla="*/ 4943060 w 5261112"/>
                  <a:gd name="connsiteY6" fmla="*/ 84863 h 1743386"/>
                  <a:gd name="connsiteX7" fmla="*/ 5261112 w 5261112"/>
                  <a:gd name="connsiteY7" fmla="*/ 58359 h 1743386"/>
                  <a:gd name="connsiteX0" fmla="*/ 0 w 5261112"/>
                  <a:gd name="connsiteY0" fmla="*/ 98115 h 1735222"/>
                  <a:gd name="connsiteX1" fmla="*/ 1616765 w 5261112"/>
                  <a:gd name="connsiteY1" fmla="*/ 124621 h 1735222"/>
                  <a:gd name="connsiteX2" fmla="*/ 1881808 w 5261112"/>
                  <a:gd name="connsiteY2" fmla="*/ 1569107 h 1735222"/>
                  <a:gd name="connsiteX3" fmla="*/ 3193773 w 5261112"/>
                  <a:gd name="connsiteY3" fmla="*/ 1542602 h 1735222"/>
                  <a:gd name="connsiteX4" fmla="*/ 3366052 w 5261112"/>
                  <a:gd name="connsiteY4" fmla="*/ 124620 h 1735222"/>
                  <a:gd name="connsiteX5" fmla="*/ 4943060 w 5261112"/>
                  <a:gd name="connsiteY5" fmla="*/ 84863 h 1735222"/>
                  <a:gd name="connsiteX6" fmla="*/ 5261112 w 5261112"/>
                  <a:gd name="connsiteY6" fmla="*/ 58359 h 1735222"/>
                  <a:gd name="connsiteX0" fmla="*/ 0 w 5261112"/>
                  <a:gd name="connsiteY0" fmla="*/ 98115 h 1734438"/>
                  <a:gd name="connsiteX1" fmla="*/ 1616765 w 5261112"/>
                  <a:gd name="connsiteY1" fmla="*/ 124621 h 1734438"/>
                  <a:gd name="connsiteX2" fmla="*/ 1881808 w 5261112"/>
                  <a:gd name="connsiteY2" fmla="*/ 1569107 h 1734438"/>
                  <a:gd name="connsiteX3" fmla="*/ 3193773 w 5261112"/>
                  <a:gd name="connsiteY3" fmla="*/ 1542602 h 1734438"/>
                  <a:gd name="connsiteX4" fmla="*/ 3485322 w 5261112"/>
                  <a:gd name="connsiteY4" fmla="*/ 137873 h 1734438"/>
                  <a:gd name="connsiteX5" fmla="*/ 4943060 w 5261112"/>
                  <a:gd name="connsiteY5" fmla="*/ 84863 h 1734438"/>
                  <a:gd name="connsiteX6" fmla="*/ 5261112 w 5261112"/>
                  <a:gd name="connsiteY6" fmla="*/ 58359 h 1734438"/>
                  <a:gd name="connsiteX0" fmla="*/ 0 w 5261112"/>
                  <a:gd name="connsiteY0" fmla="*/ 98115 h 1734438"/>
                  <a:gd name="connsiteX1" fmla="*/ 1616765 w 5261112"/>
                  <a:gd name="connsiteY1" fmla="*/ 124621 h 1734438"/>
                  <a:gd name="connsiteX2" fmla="*/ 1881808 w 5261112"/>
                  <a:gd name="connsiteY2" fmla="*/ 1569107 h 1734438"/>
                  <a:gd name="connsiteX3" fmla="*/ 3193773 w 5261112"/>
                  <a:gd name="connsiteY3" fmla="*/ 1542602 h 1734438"/>
                  <a:gd name="connsiteX4" fmla="*/ 3485322 w 5261112"/>
                  <a:gd name="connsiteY4" fmla="*/ 137873 h 1734438"/>
                  <a:gd name="connsiteX5" fmla="*/ 5261112 w 5261112"/>
                  <a:gd name="connsiteY5" fmla="*/ 58359 h 1734438"/>
                  <a:gd name="connsiteX0" fmla="*/ 0 w 5035825"/>
                  <a:gd name="connsiteY0" fmla="*/ 98115 h 1734438"/>
                  <a:gd name="connsiteX1" fmla="*/ 1616765 w 5035825"/>
                  <a:gd name="connsiteY1" fmla="*/ 124621 h 1734438"/>
                  <a:gd name="connsiteX2" fmla="*/ 1881808 w 5035825"/>
                  <a:gd name="connsiteY2" fmla="*/ 1569107 h 1734438"/>
                  <a:gd name="connsiteX3" fmla="*/ 3193773 w 5035825"/>
                  <a:gd name="connsiteY3" fmla="*/ 1542602 h 1734438"/>
                  <a:gd name="connsiteX4" fmla="*/ 3485322 w 5035825"/>
                  <a:gd name="connsiteY4" fmla="*/ 137873 h 1734438"/>
                  <a:gd name="connsiteX5" fmla="*/ 5035825 w 5035825"/>
                  <a:gd name="connsiteY5" fmla="*/ 58359 h 1734438"/>
                  <a:gd name="connsiteX0" fmla="*/ 0 w 4386468"/>
                  <a:gd name="connsiteY0" fmla="*/ 39649 h 1795241"/>
                  <a:gd name="connsiteX1" fmla="*/ 967408 w 4386468"/>
                  <a:gd name="connsiteY1" fmla="*/ 185424 h 1795241"/>
                  <a:gd name="connsiteX2" fmla="*/ 1232451 w 4386468"/>
                  <a:gd name="connsiteY2" fmla="*/ 1629910 h 1795241"/>
                  <a:gd name="connsiteX3" fmla="*/ 2544416 w 4386468"/>
                  <a:gd name="connsiteY3" fmla="*/ 1603405 h 1795241"/>
                  <a:gd name="connsiteX4" fmla="*/ 2835965 w 4386468"/>
                  <a:gd name="connsiteY4" fmla="*/ 198676 h 1795241"/>
                  <a:gd name="connsiteX5" fmla="*/ 4386468 w 4386468"/>
                  <a:gd name="connsiteY5" fmla="*/ 119162 h 1795241"/>
                  <a:gd name="connsiteX0" fmla="*/ 0 w 4386468"/>
                  <a:gd name="connsiteY0" fmla="*/ 23737 h 1779329"/>
                  <a:gd name="connsiteX1" fmla="*/ 967408 w 4386468"/>
                  <a:gd name="connsiteY1" fmla="*/ 169512 h 1779329"/>
                  <a:gd name="connsiteX2" fmla="*/ 1232451 w 4386468"/>
                  <a:gd name="connsiteY2" fmla="*/ 1613998 h 1779329"/>
                  <a:gd name="connsiteX3" fmla="*/ 2544416 w 4386468"/>
                  <a:gd name="connsiteY3" fmla="*/ 1587493 h 1779329"/>
                  <a:gd name="connsiteX4" fmla="*/ 2835965 w 4386468"/>
                  <a:gd name="connsiteY4" fmla="*/ 182764 h 1779329"/>
                  <a:gd name="connsiteX5" fmla="*/ 4386468 w 4386468"/>
                  <a:gd name="connsiteY5" fmla="*/ 103250 h 1779329"/>
                  <a:gd name="connsiteX0" fmla="*/ 0 w 3684102"/>
                  <a:gd name="connsiteY0" fmla="*/ 23737 h 1779329"/>
                  <a:gd name="connsiteX1" fmla="*/ 967408 w 3684102"/>
                  <a:gd name="connsiteY1" fmla="*/ 169512 h 1779329"/>
                  <a:gd name="connsiteX2" fmla="*/ 1232451 w 3684102"/>
                  <a:gd name="connsiteY2" fmla="*/ 1613998 h 1779329"/>
                  <a:gd name="connsiteX3" fmla="*/ 2544416 w 3684102"/>
                  <a:gd name="connsiteY3" fmla="*/ 1587493 h 1779329"/>
                  <a:gd name="connsiteX4" fmla="*/ 2835965 w 3684102"/>
                  <a:gd name="connsiteY4" fmla="*/ 182764 h 1779329"/>
                  <a:gd name="connsiteX5" fmla="*/ 3684102 w 3684102"/>
                  <a:gd name="connsiteY5" fmla="*/ 50241 h 1779329"/>
                  <a:gd name="connsiteX0" fmla="*/ 0 w 3790120"/>
                  <a:gd name="connsiteY0" fmla="*/ 23737 h 1779329"/>
                  <a:gd name="connsiteX1" fmla="*/ 967408 w 3790120"/>
                  <a:gd name="connsiteY1" fmla="*/ 169512 h 1779329"/>
                  <a:gd name="connsiteX2" fmla="*/ 1232451 w 3790120"/>
                  <a:gd name="connsiteY2" fmla="*/ 1613998 h 1779329"/>
                  <a:gd name="connsiteX3" fmla="*/ 2544416 w 3790120"/>
                  <a:gd name="connsiteY3" fmla="*/ 1587493 h 1779329"/>
                  <a:gd name="connsiteX4" fmla="*/ 2835965 w 3790120"/>
                  <a:gd name="connsiteY4" fmla="*/ 182764 h 1779329"/>
                  <a:gd name="connsiteX5" fmla="*/ 3790120 w 3790120"/>
                  <a:gd name="connsiteY5" fmla="*/ 23737 h 177932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3790120" h="1779329">
                    <a:moveTo>
                      <a:pt x="0" y="23737"/>
                    </a:moveTo>
                    <a:cubicBezTo>
                      <a:pt x="665922" y="31468"/>
                      <a:pt x="762000" y="-95532"/>
                      <a:pt x="967408" y="169512"/>
                    </a:cubicBezTo>
                    <a:cubicBezTo>
                      <a:pt x="1172817" y="434556"/>
                      <a:pt x="969616" y="1377668"/>
                      <a:pt x="1232451" y="1613998"/>
                    </a:cubicBezTo>
                    <a:cubicBezTo>
                      <a:pt x="1495286" y="1850328"/>
                      <a:pt x="2277164" y="1826032"/>
                      <a:pt x="2544416" y="1587493"/>
                    </a:cubicBezTo>
                    <a:cubicBezTo>
                      <a:pt x="2811668" y="1348954"/>
                      <a:pt x="2628348" y="443390"/>
                      <a:pt x="2835965" y="182764"/>
                    </a:cubicBezTo>
                    <a:cubicBezTo>
                      <a:pt x="3043582" y="-77862"/>
                      <a:pt x="3420164" y="40302"/>
                      <a:pt x="3790120" y="23737"/>
                    </a:cubicBezTo>
                  </a:path>
                </a:pathLst>
              </a:custGeom>
              <a:noFill/>
              <a:ln w="12382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" name="Lightning Bolt 4">
                <a:extLst>
                  <a:ext uri="{FF2B5EF4-FFF2-40B4-BE49-F238E27FC236}">
                    <a16:creationId xmlns:a16="http://schemas.microsoft.com/office/drawing/2014/main" id="{61DD16E5-6EB9-9D6A-CC77-B7CD4EDA3AF5}"/>
                  </a:ext>
                </a:extLst>
              </p:cNvPr>
              <p:cNvSpPr>
                <a:spLocks/>
              </p:cNvSpPr>
              <p:nvPr/>
            </p:nvSpPr>
            <p:spPr>
              <a:xfrm rot="20698526" flipH="1">
                <a:off x="3959533" y="1477268"/>
                <a:ext cx="3027948" cy="2989081"/>
              </a:xfrm>
              <a:custGeom>
                <a:avLst/>
                <a:gdLst>
                  <a:gd name="connsiteX0" fmla="*/ 8472 w 21600"/>
                  <a:gd name="connsiteY0" fmla="*/ 0 h 21600"/>
                  <a:gd name="connsiteX1" fmla="*/ 12860 w 21600"/>
                  <a:gd name="connsiteY1" fmla="*/ 6080 h 21600"/>
                  <a:gd name="connsiteX2" fmla="*/ 11050 w 21600"/>
                  <a:gd name="connsiteY2" fmla="*/ 6797 h 21600"/>
                  <a:gd name="connsiteX3" fmla="*/ 16577 w 21600"/>
                  <a:gd name="connsiteY3" fmla="*/ 12007 h 21600"/>
                  <a:gd name="connsiteX4" fmla="*/ 14767 w 21600"/>
                  <a:gd name="connsiteY4" fmla="*/ 12877 h 21600"/>
                  <a:gd name="connsiteX5" fmla="*/ 21600 w 21600"/>
                  <a:gd name="connsiteY5" fmla="*/ 21600 h 21600"/>
                  <a:gd name="connsiteX6" fmla="*/ 10012 w 21600"/>
                  <a:gd name="connsiteY6" fmla="*/ 14915 h 21600"/>
                  <a:gd name="connsiteX7" fmla="*/ 12222 w 21600"/>
                  <a:gd name="connsiteY7" fmla="*/ 13987 h 21600"/>
                  <a:gd name="connsiteX8" fmla="*/ 5022 w 21600"/>
                  <a:gd name="connsiteY8" fmla="*/ 9705 h 21600"/>
                  <a:gd name="connsiteX9" fmla="*/ 7602 w 21600"/>
                  <a:gd name="connsiteY9" fmla="*/ 8382 h 21600"/>
                  <a:gd name="connsiteX10" fmla="*/ 0 w 21600"/>
                  <a:gd name="connsiteY10" fmla="*/ 3890 h 21600"/>
                  <a:gd name="connsiteX11" fmla="*/ 8472 w 21600"/>
                  <a:gd name="connsiteY11" fmla="*/ 0 h 21600"/>
                  <a:gd name="connsiteX0" fmla="*/ 9160 w 21600"/>
                  <a:gd name="connsiteY0" fmla="*/ 0 h 20270"/>
                  <a:gd name="connsiteX1" fmla="*/ 12860 w 21600"/>
                  <a:gd name="connsiteY1" fmla="*/ 4750 h 20270"/>
                  <a:gd name="connsiteX2" fmla="*/ 11050 w 21600"/>
                  <a:gd name="connsiteY2" fmla="*/ 5467 h 20270"/>
                  <a:gd name="connsiteX3" fmla="*/ 16577 w 21600"/>
                  <a:gd name="connsiteY3" fmla="*/ 10677 h 20270"/>
                  <a:gd name="connsiteX4" fmla="*/ 14767 w 21600"/>
                  <a:gd name="connsiteY4" fmla="*/ 11547 h 20270"/>
                  <a:gd name="connsiteX5" fmla="*/ 21600 w 21600"/>
                  <a:gd name="connsiteY5" fmla="*/ 20270 h 20270"/>
                  <a:gd name="connsiteX6" fmla="*/ 10012 w 21600"/>
                  <a:gd name="connsiteY6" fmla="*/ 13585 h 20270"/>
                  <a:gd name="connsiteX7" fmla="*/ 12222 w 21600"/>
                  <a:gd name="connsiteY7" fmla="*/ 12657 h 20270"/>
                  <a:gd name="connsiteX8" fmla="*/ 5022 w 21600"/>
                  <a:gd name="connsiteY8" fmla="*/ 8375 h 20270"/>
                  <a:gd name="connsiteX9" fmla="*/ 7602 w 21600"/>
                  <a:gd name="connsiteY9" fmla="*/ 7052 h 20270"/>
                  <a:gd name="connsiteX10" fmla="*/ 0 w 21600"/>
                  <a:gd name="connsiteY10" fmla="*/ 2560 h 20270"/>
                  <a:gd name="connsiteX11" fmla="*/ 9160 w 21600"/>
                  <a:gd name="connsiteY11" fmla="*/ 0 h 20270"/>
                  <a:gd name="connsiteX0" fmla="*/ 8537 w 20977"/>
                  <a:gd name="connsiteY0" fmla="*/ 0 h 20270"/>
                  <a:gd name="connsiteX1" fmla="*/ 12237 w 20977"/>
                  <a:gd name="connsiteY1" fmla="*/ 4750 h 20270"/>
                  <a:gd name="connsiteX2" fmla="*/ 10427 w 20977"/>
                  <a:gd name="connsiteY2" fmla="*/ 5467 h 20270"/>
                  <a:gd name="connsiteX3" fmla="*/ 15954 w 20977"/>
                  <a:gd name="connsiteY3" fmla="*/ 10677 h 20270"/>
                  <a:gd name="connsiteX4" fmla="*/ 14144 w 20977"/>
                  <a:gd name="connsiteY4" fmla="*/ 11547 h 20270"/>
                  <a:gd name="connsiteX5" fmla="*/ 20977 w 20977"/>
                  <a:gd name="connsiteY5" fmla="*/ 20270 h 20270"/>
                  <a:gd name="connsiteX6" fmla="*/ 9389 w 20977"/>
                  <a:gd name="connsiteY6" fmla="*/ 13585 h 20270"/>
                  <a:gd name="connsiteX7" fmla="*/ 11599 w 20977"/>
                  <a:gd name="connsiteY7" fmla="*/ 12657 h 20270"/>
                  <a:gd name="connsiteX8" fmla="*/ 4399 w 20977"/>
                  <a:gd name="connsiteY8" fmla="*/ 8375 h 20270"/>
                  <a:gd name="connsiteX9" fmla="*/ 6979 w 20977"/>
                  <a:gd name="connsiteY9" fmla="*/ 7052 h 20270"/>
                  <a:gd name="connsiteX10" fmla="*/ 0 w 20977"/>
                  <a:gd name="connsiteY10" fmla="*/ 2391 h 20270"/>
                  <a:gd name="connsiteX11" fmla="*/ 8537 w 20977"/>
                  <a:gd name="connsiteY11" fmla="*/ 0 h 20270"/>
                  <a:gd name="connsiteX0" fmla="*/ 8537 w 20977"/>
                  <a:gd name="connsiteY0" fmla="*/ 0 h 20270"/>
                  <a:gd name="connsiteX1" fmla="*/ 12237 w 20977"/>
                  <a:gd name="connsiteY1" fmla="*/ 4750 h 20270"/>
                  <a:gd name="connsiteX2" fmla="*/ 15954 w 20977"/>
                  <a:gd name="connsiteY2" fmla="*/ 10677 h 20270"/>
                  <a:gd name="connsiteX3" fmla="*/ 14144 w 20977"/>
                  <a:gd name="connsiteY3" fmla="*/ 11547 h 20270"/>
                  <a:gd name="connsiteX4" fmla="*/ 20977 w 20977"/>
                  <a:gd name="connsiteY4" fmla="*/ 20270 h 20270"/>
                  <a:gd name="connsiteX5" fmla="*/ 9389 w 20977"/>
                  <a:gd name="connsiteY5" fmla="*/ 13585 h 20270"/>
                  <a:gd name="connsiteX6" fmla="*/ 11599 w 20977"/>
                  <a:gd name="connsiteY6" fmla="*/ 12657 h 20270"/>
                  <a:gd name="connsiteX7" fmla="*/ 4399 w 20977"/>
                  <a:gd name="connsiteY7" fmla="*/ 8375 h 20270"/>
                  <a:gd name="connsiteX8" fmla="*/ 6979 w 20977"/>
                  <a:gd name="connsiteY8" fmla="*/ 7052 h 20270"/>
                  <a:gd name="connsiteX9" fmla="*/ 0 w 20977"/>
                  <a:gd name="connsiteY9" fmla="*/ 2391 h 20270"/>
                  <a:gd name="connsiteX10" fmla="*/ 8537 w 20977"/>
                  <a:gd name="connsiteY10" fmla="*/ 0 h 20270"/>
                  <a:gd name="connsiteX0" fmla="*/ 8537 w 20977"/>
                  <a:gd name="connsiteY0" fmla="*/ 0 h 20270"/>
                  <a:gd name="connsiteX1" fmla="*/ 12237 w 20977"/>
                  <a:gd name="connsiteY1" fmla="*/ 4750 h 20270"/>
                  <a:gd name="connsiteX2" fmla="*/ 15954 w 20977"/>
                  <a:gd name="connsiteY2" fmla="*/ 10677 h 20270"/>
                  <a:gd name="connsiteX3" fmla="*/ 14144 w 20977"/>
                  <a:gd name="connsiteY3" fmla="*/ 11547 h 20270"/>
                  <a:gd name="connsiteX4" fmla="*/ 20977 w 20977"/>
                  <a:gd name="connsiteY4" fmla="*/ 20270 h 20270"/>
                  <a:gd name="connsiteX5" fmla="*/ 9389 w 20977"/>
                  <a:gd name="connsiteY5" fmla="*/ 13585 h 20270"/>
                  <a:gd name="connsiteX6" fmla="*/ 11599 w 20977"/>
                  <a:gd name="connsiteY6" fmla="*/ 12657 h 20270"/>
                  <a:gd name="connsiteX7" fmla="*/ 6979 w 20977"/>
                  <a:gd name="connsiteY7" fmla="*/ 7052 h 20270"/>
                  <a:gd name="connsiteX8" fmla="*/ 0 w 20977"/>
                  <a:gd name="connsiteY8" fmla="*/ 2391 h 20270"/>
                  <a:gd name="connsiteX9" fmla="*/ 8537 w 20977"/>
                  <a:gd name="connsiteY9" fmla="*/ 0 h 20270"/>
                  <a:gd name="connsiteX0" fmla="*/ 8537 w 20977"/>
                  <a:gd name="connsiteY0" fmla="*/ 0 h 20270"/>
                  <a:gd name="connsiteX1" fmla="*/ 12237 w 20977"/>
                  <a:gd name="connsiteY1" fmla="*/ 4750 h 20270"/>
                  <a:gd name="connsiteX2" fmla="*/ 15954 w 20977"/>
                  <a:gd name="connsiteY2" fmla="*/ 10677 h 20270"/>
                  <a:gd name="connsiteX3" fmla="*/ 14144 w 20977"/>
                  <a:gd name="connsiteY3" fmla="*/ 11547 h 20270"/>
                  <a:gd name="connsiteX4" fmla="*/ 20977 w 20977"/>
                  <a:gd name="connsiteY4" fmla="*/ 20270 h 20270"/>
                  <a:gd name="connsiteX5" fmla="*/ 9389 w 20977"/>
                  <a:gd name="connsiteY5" fmla="*/ 13585 h 20270"/>
                  <a:gd name="connsiteX6" fmla="*/ 11599 w 20977"/>
                  <a:gd name="connsiteY6" fmla="*/ 12657 h 20270"/>
                  <a:gd name="connsiteX7" fmla="*/ 0 w 20977"/>
                  <a:gd name="connsiteY7" fmla="*/ 2391 h 20270"/>
                  <a:gd name="connsiteX8" fmla="*/ 8537 w 20977"/>
                  <a:gd name="connsiteY8" fmla="*/ 0 h 20270"/>
                  <a:gd name="connsiteX0" fmla="*/ 8537 w 20977"/>
                  <a:gd name="connsiteY0" fmla="*/ 0 h 20270"/>
                  <a:gd name="connsiteX1" fmla="*/ 15954 w 20977"/>
                  <a:gd name="connsiteY1" fmla="*/ 10677 h 20270"/>
                  <a:gd name="connsiteX2" fmla="*/ 14144 w 20977"/>
                  <a:gd name="connsiteY2" fmla="*/ 11547 h 20270"/>
                  <a:gd name="connsiteX3" fmla="*/ 20977 w 20977"/>
                  <a:gd name="connsiteY3" fmla="*/ 20270 h 20270"/>
                  <a:gd name="connsiteX4" fmla="*/ 9389 w 20977"/>
                  <a:gd name="connsiteY4" fmla="*/ 13585 h 20270"/>
                  <a:gd name="connsiteX5" fmla="*/ 11599 w 20977"/>
                  <a:gd name="connsiteY5" fmla="*/ 12657 h 20270"/>
                  <a:gd name="connsiteX6" fmla="*/ 0 w 20977"/>
                  <a:gd name="connsiteY6" fmla="*/ 2391 h 20270"/>
                  <a:gd name="connsiteX7" fmla="*/ 8537 w 20977"/>
                  <a:gd name="connsiteY7" fmla="*/ 0 h 20270"/>
                  <a:gd name="connsiteX0" fmla="*/ 8537 w 20977"/>
                  <a:gd name="connsiteY0" fmla="*/ 0 h 20270"/>
                  <a:gd name="connsiteX1" fmla="*/ 15954 w 20977"/>
                  <a:gd name="connsiteY1" fmla="*/ 10677 h 20270"/>
                  <a:gd name="connsiteX2" fmla="*/ 14144 w 20977"/>
                  <a:gd name="connsiteY2" fmla="*/ 11547 h 20270"/>
                  <a:gd name="connsiteX3" fmla="*/ 20977 w 20977"/>
                  <a:gd name="connsiteY3" fmla="*/ 20270 h 20270"/>
                  <a:gd name="connsiteX4" fmla="*/ 1463 w 20977"/>
                  <a:gd name="connsiteY4" fmla="*/ 10815 h 20270"/>
                  <a:gd name="connsiteX5" fmla="*/ 11599 w 20977"/>
                  <a:gd name="connsiteY5" fmla="*/ 12657 h 20270"/>
                  <a:gd name="connsiteX6" fmla="*/ 0 w 20977"/>
                  <a:gd name="connsiteY6" fmla="*/ 2391 h 20270"/>
                  <a:gd name="connsiteX7" fmla="*/ 8537 w 20977"/>
                  <a:gd name="connsiteY7" fmla="*/ 0 h 20270"/>
                  <a:gd name="connsiteX0" fmla="*/ 8537 w 20977"/>
                  <a:gd name="connsiteY0" fmla="*/ 0 h 20270"/>
                  <a:gd name="connsiteX1" fmla="*/ 19366 w 20977"/>
                  <a:gd name="connsiteY1" fmla="*/ 11918 h 20270"/>
                  <a:gd name="connsiteX2" fmla="*/ 14144 w 20977"/>
                  <a:gd name="connsiteY2" fmla="*/ 11547 h 20270"/>
                  <a:gd name="connsiteX3" fmla="*/ 20977 w 20977"/>
                  <a:gd name="connsiteY3" fmla="*/ 20270 h 20270"/>
                  <a:gd name="connsiteX4" fmla="*/ 1463 w 20977"/>
                  <a:gd name="connsiteY4" fmla="*/ 10815 h 20270"/>
                  <a:gd name="connsiteX5" fmla="*/ 11599 w 20977"/>
                  <a:gd name="connsiteY5" fmla="*/ 12657 h 20270"/>
                  <a:gd name="connsiteX6" fmla="*/ 0 w 20977"/>
                  <a:gd name="connsiteY6" fmla="*/ 2391 h 20270"/>
                  <a:gd name="connsiteX7" fmla="*/ 8537 w 20977"/>
                  <a:gd name="connsiteY7" fmla="*/ 0 h 20270"/>
                  <a:gd name="connsiteX0" fmla="*/ 8537 w 20977"/>
                  <a:gd name="connsiteY0" fmla="*/ 0 h 20270"/>
                  <a:gd name="connsiteX1" fmla="*/ 19097 w 20977"/>
                  <a:gd name="connsiteY1" fmla="*/ 12476 h 20270"/>
                  <a:gd name="connsiteX2" fmla="*/ 14144 w 20977"/>
                  <a:gd name="connsiteY2" fmla="*/ 11547 h 20270"/>
                  <a:gd name="connsiteX3" fmla="*/ 20977 w 20977"/>
                  <a:gd name="connsiteY3" fmla="*/ 20270 h 20270"/>
                  <a:gd name="connsiteX4" fmla="*/ 1463 w 20977"/>
                  <a:gd name="connsiteY4" fmla="*/ 10815 h 20270"/>
                  <a:gd name="connsiteX5" fmla="*/ 11599 w 20977"/>
                  <a:gd name="connsiteY5" fmla="*/ 12657 h 20270"/>
                  <a:gd name="connsiteX6" fmla="*/ 0 w 20977"/>
                  <a:gd name="connsiteY6" fmla="*/ 2391 h 20270"/>
                  <a:gd name="connsiteX7" fmla="*/ 8537 w 20977"/>
                  <a:gd name="connsiteY7" fmla="*/ 0 h 20270"/>
                  <a:gd name="connsiteX0" fmla="*/ 8537 w 20977"/>
                  <a:gd name="connsiteY0" fmla="*/ 0 h 20270"/>
                  <a:gd name="connsiteX1" fmla="*/ 19097 w 20977"/>
                  <a:gd name="connsiteY1" fmla="*/ 12476 h 20270"/>
                  <a:gd name="connsiteX2" fmla="*/ 14144 w 20977"/>
                  <a:gd name="connsiteY2" fmla="*/ 11547 h 20270"/>
                  <a:gd name="connsiteX3" fmla="*/ 20977 w 20977"/>
                  <a:gd name="connsiteY3" fmla="*/ 20270 h 20270"/>
                  <a:gd name="connsiteX4" fmla="*/ 4418 w 20977"/>
                  <a:gd name="connsiteY4" fmla="*/ 11033 h 20270"/>
                  <a:gd name="connsiteX5" fmla="*/ 11599 w 20977"/>
                  <a:gd name="connsiteY5" fmla="*/ 12657 h 20270"/>
                  <a:gd name="connsiteX6" fmla="*/ 0 w 20977"/>
                  <a:gd name="connsiteY6" fmla="*/ 2391 h 20270"/>
                  <a:gd name="connsiteX7" fmla="*/ 8537 w 20977"/>
                  <a:gd name="connsiteY7" fmla="*/ 0 h 20270"/>
                  <a:gd name="connsiteX0" fmla="*/ 8537 w 20977"/>
                  <a:gd name="connsiteY0" fmla="*/ 0 h 20270"/>
                  <a:gd name="connsiteX1" fmla="*/ 19097 w 20977"/>
                  <a:gd name="connsiteY1" fmla="*/ 12476 h 20270"/>
                  <a:gd name="connsiteX2" fmla="*/ 14144 w 20977"/>
                  <a:gd name="connsiteY2" fmla="*/ 11547 h 20270"/>
                  <a:gd name="connsiteX3" fmla="*/ 20977 w 20977"/>
                  <a:gd name="connsiteY3" fmla="*/ 20270 h 20270"/>
                  <a:gd name="connsiteX4" fmla="*/ 5380 w 20977"/>
                  <a:gd name="connsiteY4" fmla="*/ 10216 h 20270"/>
                  <a:gd name="connsiteX5" fmla="*/ 11599 w 20977"/>
                  <a:gd name="connsiteY5" fmla="*/ 12657 h 20270"/>
                  <a:gd name="connsiteX6" fmla="*/ 0 w 20977"/>
                  <a:gd name="connsiteY6" fmla="*/ 2391 h 20270"/>
                  <a:gd name="connsiteX7" fmla="*/ 8537 w 20977"/>
                  <a:gd name="connsiteY7" fmla="*/ 0 h 20270"/>
                  <a:gd name="connsiteX0" fmla="*/ 8537 w 20977"/>
                  <a:gd name="connsiteY0" fmla="*/ 0 h 20270"/>
                  <a:gd name="connsiteX1" fmla="*/ 19097 w 20977"/>
                  <a:gd name="connsiteY1" fmla="*/ 12476 h 20270"/>
                  <a:gd name="connsiteX2" fmla="*/ 14144 w 20977"/>
                  <a:gd name="connsiteY2" fmla="*/ 11547 h 20270"/>
                  <a:gd name="connsiteX3" fmla="*/ 20977 w 20977"/>
                  <a:gd name="connsiteY3" fmla="*/ 20270 h 20270"/>
                  <a:gd name="connsiteX4" fmla="*/ 5233 w 20977"/>
                  <a:gd name="connsiteY4" fmla="*/ 10905 h 20270"/>
                  <a:gd name="connsiteX5" fmla="*/ 11599 w 20977"/>
                  <a:gd name="connsiteY5" fmla="*/ 12657 h 20270"/>
                  <a:gd name="connsiteX6" fmla="*/ 0 w 20977"/>
                  <a:gd name="connsiteY6" fmla="*/ 2391 h 20270"/>
                  <a:gd name="connsiteX7" fmla="*/ 8537 w 20977"/>
                  <a:gd name="connsiteY7" fmla="*/ 0 h 20270"/>
                  <a:gd name="connsiteX0" fmla="*/ 8537 w 20977"/>
                  <a:gd name="connsiteY0" fmla="*/ 0 h 20270"/>
                  <a:gd name="connsiteX1" fmla="*/ 19097 w 20977"/>
                  <a:gd name="connsiteY1" fmla="*/ 12476 h 20270"/>
                  <a:gd name="connsiteX2" fmla="*/ 14144 w 20977"/>
                  <a:gd name="connsiteY2" fmla="*/ 11547 h 20270"/>
                  <a:gd name="connsiteX3" fmla="*/ 20977 w 20977"/>
                  <a:gd name="connsiteY3" fmla="*/ 20270 h 20270"/>
                  <a:gd name="connsiteX4" fmla="*/ 5260 w 20977"/>
                  <a:gd name="connsiteY4" fmla="*/ 11305 h 20270"/>
                  <a:gd name="connsiteX5" fmla="*/ 11599 w 20977"/>
                  <a:gd name="connsiteY5" fmla="*/ 12657 h 20270"/>
                  <a:gd name="connsiteX6" fmla="*/ 0 w 20977"/>
                  <a:gd name="connsiteY6" fmla="*/ 2391 h 20270"/>
                  <a:gd name="connsiteX7" fmla="*/ 8537 w 20977"/>
                  <a:gd name="connsiteY7" fmla="*/ 0 h 20270"/>
                  <a:gd name="connsiteX0" fmla="*/ 6039 w 20977"/>
                  <a:gd name="connsiteY0" fmla="*/ 0 h 19465"/>
                  <a:gd name="connsiteX1" fmla="*/ 19097 w 20977"/>
                  <a:gd name="connsiteY1" fmla="*/ 11671 h 19465"/>
                  <a:gd name="connsiteX2" fmla="*/ 14144 w 20977"/>
                  <a:gd name="connsiteY2" fmla="*/ 10742 h 19465"/>
                  <a:gd name="connsiteX3" fmla="*/ 20977 w 20977"/>
                  <a:gd name="connsiteY3" fmla="*/ 19465 h 19465"/>
                  <a:gd name="connsiteX4" fmla="*/ 5260 w 20977"/>
                  <a:gd name="connsiteY4" fmla="*/ 10500 h 19465"/>
                  <a:gd name="connsiteX5" fmla="*/ 11599 w 20977"/>
                  <a:gd name="connsiteY5" fmla="*/ 11852 h 19465"/>
                  <a:gd name="connsiteX6" fmla="*/ 0 w 20977"/>
                  <a:gd name="connsiteY6" fmla="*/ 1586 h 19465"/>
                  <a:gd name="connsiteX7" fmla="*/ 6039 w 20977"/>
                  <a:gd name="connsiteY7" fmla="*/ 0 h 19465"/>
                  <a:gd name="connsiteX0" fmla="*/ 6039 w 20977"/>
                  <a:gd name="connsiteY0" fmla="*/ 0 h 19465"/>
                  <a:gd name="connsiteX1" fmla="*/ 19097 w 20977"/>
                  <a:gd name="connsiteY1" fmla="*/ 11671 h 19465"/>
                  <a:gd name="connsiteX2" fmla="*/ 14144 w 20977"/>
                  <a:gd name="connsiteY2" fmla="*/ 10742 h 19465"/>
                  <a:gd name="connsiteX3" fmla="*/ 20977 w 20977"/>
                  <a:gd name="connsiteY3" fmla="*/ 19465 h 19465"/>
                  <a:gd name="connsiteX4" fmla="*/ 3959 w 20977"/>
                  <a:gd name="connsiteY4" fmla="*/ 7983 h 19465"/>
                  <a:gd name="connsiteX5" fmla="*/ 11599 w 20977"/>
                  <a:gd name="connsiteY5" fmla="*/ 11852 h 19465"/>
                  <a:gd name="connsiteX6" fmla="*/ 0 w 20977"/>
                  <a:gd name="connsiteY6" fmla="*/ 1586 h 19465"/>
                  <a:gd name="connsiteX7" fmla="*/ 6039 w 20977"/>
                  <a:gd name="connsiteY7" fmla="*/ 0 h 19465"/>
                  <a:gd name="connsiteX0" fmla="*/ 6039 w 20977"/>
                  <a:gd name="connsiteY0" fmla="*/ 0 h 19465"/>
                  <a:gd name="connsiteX1" fmla="*/ 19097 w 20977"/>
                  <a:gd name="connsiteY1" fmla="*/ 11671 h 19465"/>
                  <a:gd name="connsiteX2" fmla="*/ 14144 w 20977"/>
                  <a:gd name="connsiteY2" fmla="*/ 10742 h 19465"/>
                  <a:gd name="connsiteX3" fmla="*/ 20977 w 20977"/>
                  <a:gd name="connsiteY3" fmla="*/ 19465 h 19465"/>
                  <a:gd name="connsiteX4" fmla="*/ 3959 w 20977"/>
                  <a:gd name="connsiteY4" fmla="*/ 7983 h 19465"/>
                  <a:gd name="connsiteX5" fmla="*/ 8317 w 20977"/>
                  <a:gd name="connsiteY5" fmla="*/ 8948 h 19465"/>
                  <a:gd name="connsiteX6" fmla="*/ 0 w 20977"/>
                  <a:gd name="connsiteY6" fmla="*/ 1586 h 19465"/>
                  <a:gd name="connsiteX7" fmla="*/ 6039 w 20977"/>
                  <a:gd name="connsiteY7" fmla="*/ 0 h 19465"/>
                  <a:gd name="connsiteX0" fmla="*/ 6039 w 20977"/>
                  <a:gd name="connsiteY0" fmla="*/ 0 h 19465"/>
                  <a:gd name="connsiteX1" fmla="*/ 19097 w 20977"/>
                  <a:gd name="connsiteY1" fmla="*/ 11671 h 19465"/>
                  <a:gd name="connsiteX2" fmla="*/ 11084 w 20977"/>
                  <a:gd name="connsiteY2" fmla="*/ 8025 h 19465"/>
                  <a:gd name="connsiteX3" fmla="*/ 20977 w 20977"/>
                  <a:gd name="connsiteY3" fmla="*/ 19465 h 19465"/>
                  <a:gd name="connsiteX4" fmla="*/ 3959 w 20977"/>
                  <a:gd name="connsiteY4" fmla="*/ 7983 h 19465"/>
                  <a:gd name="connsiteX5" fmla="*/ 8317 w 20977"/>
                  <a:gd name="connsiteY5" fmla="*/ 8948 h 19465"/>
                  <a:gd name="connsiteX6" fmla="*/ 0 w 20977"/>
                  <a:gd name="connsiteY6" fmla="*/ 1586 h 19465"/>
                  <a:gd name="connsiteX7" fmla="*/ 6039 w 20977"/>
                  <a:gd name="connsiteY7" fmla="*/ 0 h 19465"/>
                  <a:gd name="connsiteX0" fmla="*/ 6039 w 20977"/>
                  <a:gd name="connsiteY0" fmla="*/ 0 h 19465"/>
                  <a:gd name="connsiteX1" fmla="*/ 17255 w 20977"/>
                  <a:gd name="connsiteY1" fmla="*/ 9049 h 19465"/>
                  <a:gd name="connsiteX2" fmla="*/ 11084 w 20977"/>
                  <a:gd name="connsiteY2" fmla="*/ 8025 h 19465"/>
                  <a:gd name="connsiteX3" fmla="*/ 20977 w 20977"/>
                  <a:gd name="connsiteY3" fmla="*/ 19465 h 19465"/>
                  <a:gd name="connsiteX4" fmla="*/ 3959 w 20977"/>
                  <a:gd name="connsiteY4" fmla="*/ 7983 h 19465"/>
                  <a:gd name="connsiteX5" fmla="*/ 8317 w 20977"/>
                  <a:gd name="connsiteY5" fmla="*/ 8948 h 19465"/>
                  <a:gd name="connsiteX6" fmla="*/ 0 w 20977"/>
                  <a:gd name="connsiteY6" fmla="*/ 1586 h 19465"/>
                  <a:gd name="connsiteX7" fmla="*/ 6039 w 20977"/>
                  <a:gd name="connsiteY7" fmla="*/ 0 h 19465"/>
                  <a:gd name="connsiteX0" fmla="*/ 6039 w 18793"/>
                  <a:gd name="connsiteY0" fmla="*/ 0 h 17745"/>
                  <a:gd name="connsiteX1" fmla="*/ 17255 w 18793"/>
                  <a:gd name="connsiteY1" fmla="*/ 9049 h 17745"/>
                  <a:gd name="connsiteX2" fmla="*/ 11084 w 18793"/>
                  <a:gd name="connsiteY2" fmla="*/ 8025 h 17745"/>
                  <a:gd name="connsiteX3" fmla="*/ 18793 w 18793"/>
                  <a:gd name="connsiteY3" fmla="*/ 17745 h 17745"/>
                  <a:gd name="connsiteX4" fmla="*/ 3959 w 18793"/>
                  <a:gd name="connsiteY4" fmla="*/ 7983 h 17745"/>
                  <a:gd name="connsiteX5" fmla="*/ 8317 w 18793"/>
                  <a:gd name="connsiteY5" fmla="*/ 8948 h 17745"/>
                  <a:gd name="connsiteX6" fmla="*/ 0 w 18793"/>
                  <a:gd name="connsiteY6" fmla="*/ 1586 h 17745"/>
                  <a:gd name="connsiteX7" fmla="*/ 6039 w 18793"/>
                  <a:gd name="connsiteY7" fmla="*/ 0 h 17745"/>
                  <a:gd name="connsiteX0" fmla="*/ 6039 w 18793"/>
                  <a:gd name="connsiteY0" fmla="*/ 0 h 17745"/>
                  <a:gd name="connsiteX1" fmla="*/ 17255 w 18793"/>
                  <a:gd name="connsiteY1" fmla="*/ 9049 h 17745"/>
                  <a:gd name="connsiteX2" fmla="*/ 11084 w 18793"/>
                  <a:gd name="connsiteY2" fmla="*/ 8025 h 17745"/>
                  <a:gd name="connsiteX3" fmla="*/ 18793 w 18793"/>
                  <a:gd name="connsiteY3" fmla="*/ 17745 h 17745"/>
                  <a:gd name="connsiteX4" fmla="*/ 4244 w 18793"/>
                  <a:gd name="connsiteY4" fmla="*/ 7177 h 17745"/>
                  <a:gd name="connsiteX5" fmla="*/ 8317 w 18793"/>
                  <a:gd name="connsiteY5" fmla="*/ 8948 h 17745"/>
                  <a:gd name="connsiteX6" fmla="*/ 0 w 18793"/>
                  <a:gd name="connsiteY6" fmla="*/ 1586 h 17745"/>
                  <a:gd name="connsiteX7" fmla="*/ 6039 w 18793"/>
                  <a:gd name="connsiteY7" fmla="*/ 0 h 17745"/>
                  <a:gd name="connsiteX0" fmla="*/ 6039 w 18793"/>
                  <a:gd name="connsiteY0" fmla="*/ 0 h 17745"/>
                  <a:gd name="connsiteX1" fmla="*/ 16457 w 18793"/>
                  <a:gd name="connsiteY1" fmla="*/ 10150 h 17745"/>
                  <a:gd name="connsiteX2" fmla="*/ 11084 w 18793"/>
                  <a:gd name="connsiteY2" fmla="*/ 8025 h 17745"/>
                  <a:gd name="connsiteX3" fmla="*/ 18793 w 18793"/>
                  <a:gd name="connsiteY3" fmla="*/ 17745 h 17745"/>
                  <a:gd name="connsiteX4" fmla="*/ 4244 w 18793"/>
                  <a:gd name="connsiteY4" fmla="*/ 7177 h 17745"/>
                  <a:gd name="connsiteX5" fmla="*/ 8317 w 18793"/>
                  <a:gd name="connsiteY5" fmla="*/ 8948 h 17745"/>
                  <a:gd name="connsiteX6" fmla="*/ 0 w 18793"/>
                  <a:gd name="connsiteY6" fmla="*/ 1586 h 17745"/>
                  <a:gd name="connsiteX7" fmla="*/ 6039 w 18793"/>
                  <a:gd name="connsiteY7" fmla="*/ 0 h 1774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8793" h="17745">
                    <a:moveTo>
                      <a:pt x="6039" y="0"/>
                    </a:moveTo>
                    <a:lnTo>
                      <a:pt x="16457" y="10150"/>
                    </a:lnTo>
                    <a:lnTo>
                      <a:pt x="11084" y="8025"/>
                    </a:lnTo>
                    <a:lnTo>
                      <a:pt x="18793" y="17745"/>
                    </a:lnTo>
                    <a:lnTo>
                      <a:pt x="4244" y="7177"/>
                    </a:lnTo>
                    <a:lnTo>
                      <a:pt x="8317" y="8948"/>
                    </a:lnTo>
                    <a:lnTo>
                      <a:pt x="0" y="1586"/>
                    </a:lnTo>
                    <a:lnTo>
                      <a:pt x="6039" y="0"/>
                    </a:lnTo>
                    <a:close/>
                  </a:path>
                </a:pathLst>
              </a:custGeom>
              <a:solidFill>
                <a:srgbClr val="C00000"/>
              </a:solidFill>
              <a:ln w="149225">
                <a:gradFill flip="none" rotWithShape="1">
                  <a:gsLst>
                    <a:gs pos="0">
                      <a:schemeClr val="accent1">
                        <a:lumMod val="5000"/>
                        <a:lumOff val="95000"/>
                        <a:alpha val="0"/>
                      </a:schemeClr>
                    </a:gs>
                    <a:gs pos="42000">
                      <a:schemeClr val="accent4">
                        <a:alpha val="12034"/>
                      </a:schemeClr>
                    </a:gs>
                    <a:gs pos="83000">
                      <a:schemeClr val="accent4"/>
                    </a:gs>
                    <a:gs pos="99000">
                      <a:schemeClr val="accent4">
                        <a:lumMod val="83434"/>
                      </a:schemeClr>
                    </a:gs>
                  </a:gsLst>
                  <a:lin ang="19800000" scaled="0"/>
                  <a:tileRect/>
                </a:gra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22" name="Hexagon 21">
                <a:extLst>
                  <a:ext uri="{FF2B5EF4-FFF2-40B4-BE49-F238E27FC236}">
                    <a16:creationId xmlns:a16="http://schemas.microsoft.com/office/drawing/2014/main" id="{869FFED5-62F8-67E6-8C8E-B4DAC61D4449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2888974" y="1276265"/>
                <a:ext cx="4797287" cy="4174435"/>
              </a:xfrm>
              <a:prstGeom prst="hexagon">
                <a:avLst/>
              </a:prstGeom>
              <a:noFill/>
              <a:ln w="2032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sp>
        <p:nvSpPr>
          <p:cNvPr id="8" name="TextBox 7">
            <a:extLst>
              <a:ext uri="{FF2B5EF4-FFF2-40B4-BE49-F238E27FC236}">
                <a16:creationId xmlns:a16="http://schemas.microsoft.com/office/drawing/2014/main" id="{9E4C4755-3AFF-CD1C-5913-10EA8147B7C8}"/>
              </a:ext>
            </a:extLst>
          </p:cNvPr>
          <p:cNvSpPr txBox="1"/>
          <p:nvPr/>
        </p:nvSpPr>
        <p:spPr>
          <a:xfrm>
            <a:off x="3827024" y="1184821"/>
            <a:ext cx="7219507" cy="28007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800" dirty="0">
                <a:gradFill>
                  <a:gsLst>
                    <a:gs pos="35000">
                      <a:srgbClr val="54A4C0"/>
                    </a:gs>
                    <a:gs pos="46000">
                      <a:srgbClr val="CAD6D5"/>
                    </a:gs>
                    <a:gs pos="73000">
                      <a:srgbClr val="BA4B48"/>
                    </a:gs>
                  </a:gsLst>
                  <a:lin ang="5400000" scaled="0"/>
                </a:gradFill>
                <a:latin typeface="Palatino" pitchFamily="2" charset="77"/>
                <a:ea typeface="Palatino" pitchFamily="2" charset="77"/>
              </a:rPr>
              <a:t>BOWIE+ Collaboration</a:t>
            </a:r>
          </a:p>
        </p:txBody>
      </p:sp>
    </p:spTree>
    <p:extLst>
      <p:ext uri="{BB962C8B-B14F-4D97-AF65-F5344CB8AC3E}">
        <p14:creationId xmlns:p14="http://schemas.microsoft.com/office/powerpoint/2010/main" val="183153183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ED99AA-8585-C334-5B5C-A276A06B0A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97AE7D56-43C0-CD7F-A6D8-7AED2EC920CE}"/>
              </a:ext>
            </a:extLst>
          </p:cNvPr>
          <p:cNvGrpSpPr/>
          <p:nvPr/>
        </p:nvGrpSpPr>
        <p:grpSpPr>
          <a:xfrm>
            <a:off x="3003274" y="933365"/>
            <a:ext cx="4797287" cy="4327547"/>
            <a:chOff x="2888974" y="1276265"/>
            <a:chExt cx="4797287" cy="4327547"/>
          </a:xfrm>
        </p:grpSpPr>
        <p:sp>
          <p:nvSpPr>
            <p:cNvPr id="4" name="Hexagon 3">
              <a:extLst>
                <a:ext uri="{FF2B5EF4-FFF2-40B4-BE49-F238E27FC236}">
                  <a16:creationId xmlns:a16="http://schemas.microsoft.com/office/drawing/2014/main" id="{AA9D82CA-70AE-EE1C-1CD1-F97DE2DD2510}"/>
                </a:ext>
              </a:extLst>
            </p:cNvPr>
            <p:cNvSpPr>
              <a:spLocks/>
            </p:cNvSpPr>
            <p:nvPr/>
          </p:nvSpPr>
          <p:spPr>
            <a:xfrm>
              <a:off x="2888974" y="1298713"/>
              <a:ext cx="4797287" cy="4174435"/>
            </a:xfrm>
            <a:prstGeom prst="hexagon">
              <a:avLst/>
            </a:prstGeom>
            <a:solidFill>
              <a:srgbClr val="FFC000"/>
            </a:solidFill>
            <a:ln w="2032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" name="Lightning Bolt 4">
              <a:extLst>
                <a:ext uri="{FF2B5EF4-FFF2-40B4-BE49-F238E27FC236}">
                  <a16:creationId xmlns:a16="http://schemas.microsoft.com/office/drawing/2014/main" id="{4405665C-FE6E-E95F-739F-80506E151329}"/>
                </a:ext>
              </a:extLst>
            </p:cNvPr>
            <p:cNvSpPr>
              <a:spLocks/>
            </p:cNvSpPr>
            <p:nvPr/>
          </p:nvSpPr>
          <p:spPr>
            <a:xfrm rot="20698526" flipH="1">
              <a:off x="3959533" y="1477268"/>
              <a:ext cx="3027948" cy="2989081"/>
            </a:xfrm>
            <a:custGeom>
              <a:avLst/>
              <a:gdLst>
                <a:gd name="connsiteX0" fmla="*/ 8472 w 21600"/>
                <a:gd name="connsiteY0" fmla="*/ 0 h 21600"/>
                <a:gd name="connsiteX1" fmla="*/ 12860 w 21600"/>
                <a:gd name="connsiteY1" fmla="*/ 6080 h 21600"/>
                <a:gd name="connsiteX2" fmla="*/ 11050 w 21600"/>
                <a:gd name="connsiteY2" fmla="*/ 6797 h 21600"/>
                <a:gd name="connsiteX3" fmla="*/ 16577 w 21600"/>
                <a:gd name="connsiteY3" fmla="*/ 12007 h 21600"/>
                <a:gd name="connsiteX4" fmla="*/ 14767 w 21600"/>
                <a:gd name="connsiteY4" fmla="*/ 12877 h 21600"/>
                <a:gd name="connsiteX5" fmla="*/ 21600 w 21600"/>
                <a:gd name="connsiteY5" fmla="*/ 21600 h 21600"/>
                <a:gd name="connsiteX6" fmla="*/ 10012 w 21600"/>
                <a:gd name="connsiteY6" fmla="*/ 14915 h 21600"/>
                <a:gd name="connsiteX7" fmla="*/ 12222 w 21600"/>
                <a:gd name="connsiteY7" fmla="*/ 13987 h 21600"/>
                <a:gd name="connsiteX8" fmla="*/ 5022 w 21600"/>
                <a:gd name="connsiteY8" fmla="*/ 9705 h 21600"/>
                <a:gd name="connsiteX9" fmla="*/ 7602 w 21600"/>
                <a:gd name="connsiteY9" fmla="*/ 8382 h 21600"/>
                <a:gd name="connsiteX10" fmla="*/ 0 w 21600"/>
                <a:gd name="connsiteY10" fmla="*/ 3890 h 21600"/>
                <a:gd name="connsiteX11" fmla="*/ 8472 w 21600"/>
                <a:gd name="connsiteY11" fmla="*/ 0 h 21600"/>
                <a:gd name="connsiteX0" fmla="*/ 9160 w 21600"/>
                <a:gd name="connsiteY0" fmla="*/ 0 h 20270"/>
                <a:gd name="connsiteX1" fmla="*/ 12860 w 21600"/>
                <a:gd name="connsiteY1" fmla="*/ 4750 h 20270"/>
                <a:gd name="connsiteX2" fmla="*/ 11050 w 21600"/>
                <a:gd name="connsiteY2" fmla="*/ 5467 h 20270"/>
                <a:gd name="connsiteX3" fmla="*/ 16577 w 21600"/>
                <a:gd name="connsiteY3" fmla="*/ 10677 h 20270"/>
                <a:gd name="connsiteX4" fmla="*/ 14767 w 21600"/>
                <a:gd name="connsiteY4" fmla="*/ 11547 h 20270"/>
                <a:gd name="connsiteX5" fmla="*/ 21600 w 21600"/>
                <a:gd name="connsiteY5" fmla="*/ 20270 h 20270"/>
                <a:gd name="connsiteX6" fmla="*/ 10012 w 21600"/>
                <a:gd name="connsiteY6" fmla="*/ 13585 h 20270"/>
                <a:gd name="connsiteX7" fmla="*/ 12222 w 21600"/>
                <a:gd name="connsiteY7" fmla="*/ 12657 h 20270"/>
                <a:gd name="connsiteX8" fmla="*/ 5022 w 21600"/>
                <a:gd name="connsiteY8" fmla="*/ 8375 h 20270"/>
                <a:gd name="connsiteX9" fmla="*/ 7602 w 21600"/>
                <a:gd name="connsiteY9" fmla="*/ 7052 h 20270"/>
                <a:gd name="connsiteX10" fmla="*/ 0 w 21600"/>
                <a:gd name="connsiteY10" fmla="*/ 2560 h 20270"/>
                <a:gd name="connsiteX11" fmla="*/ 9160 w 21600"/>
                <a:gd name="connsiteY11" fmla="*/ 0 h 20270"/>
                <a:gd name="connsiteX0" fmla="*/ 8537 w 20977"/>
                <a:gd name="connsiteY0" fmla="*/ 0 h 20270"/>
                <a:gd name="connsiteX1" fmla="*/ 12237 w 20977"/>
                <a:gd name="connsiteY1" fmla="*/ 4750 h 20270"/>
                <a:gd name="connsiteX2" fmla="*/ 10427 w 20977"/>
                <a:gd name="connsiteY2" fmla="*/ 5467 h 20270"/>
                <a:gd name="connsiteX3" fmla="*/ 15954 w 20977"/>
                <a:gd name="connsiteY3" fmla="*/ 10677 h 20270"/>
                <a:gd name="connsiteX4" fmla="*/ 14144 w 20977"/>
                <a:gd name="connsiteY4" fmla="*/ 11547 h 20270"/>
                <a:gd name="connsiteX5" fmla="*/ 20977 w 20977"/>
                <a:gd name="connsiteY5" fmla="*/ 20270 h 20270"/>
                <a:gd name="connsiteX6" fmla="*/ 9389 w 20977"/>
                <a:gd name="connsiteY6" fmla="*/ 13585 h 20270"/>
                <a:gd name="connsiteX7" fmla="*/ 11599 w 20977"/>
                <a:gd name="connsiteY7" fmla="*/ 12657 h 20270"/>
                <a:gd name="connsiteX8" fmla="*/ 4399 w 20977"/>
                <a:gd name="connsiteY8" fmla="*/ 8375 h 20270"/>
                <a:gd name="connsiteX9" fmla="*/ 6979 w 20977"/>
                <a:gd name="connsiteY9" fmla="*/ 7052 h 20270"/>
                <a:gd name="connsiteX10" fmla="*/ 0 w 20977"/>
                <a:gd name="connsiteY10" fmla="*/ 2391 h 20270"/>
                <a:gd name="connsiteX11" fmla="*/ 8537 w 20977"/>
                <a:gd name="connsiteY11" fmla="*/ 0 h 20270"/>
                <a:gd name="connsiteX0" fmla="*/ 8537 w 20977"/>
                <a:gd name="connsiteY0" fmla="*/ 0 h 20270"/>
                <a:gd name="connsiteX1" fmla="*/ 12237 w 20977"/>
                <a:gd name="connsiteY1" fmla="*/ 4750 h 20270"/>
                <a:gd name="connsiteX2" fmla="*/ 15954 w 20977"/>
                <a:gd name="connsiteY2" fmla="*/ 10677 h 20270"/>
                <a:gd name="connsiteX3" fmla="*/ 14144 w 20977"/>
                <a:gd name="connsiteY3" fmla="*/ 11547 h 20270"/>
                <a:gd name="connsiteX4" fmla="*/ 20977 w 20977"/>
                <a:gd name="connsiteY4" fmla="*/ 20270 h 20270"/>
                <a:gd name="connsiteX5" fmla="*/ 9389 w 20977"/>
                <a:gd name="connsiteY5" fmla="*/ 13585 h 20270"/>
                <a:gd name="connsiteX6" fmla="*/ 11599 w 20977"/>
                <a:gd name="connsiteY6" fmla="*/ 12657 h 20270"/>
                <a:gd name="connsiteX7" fmla="*/ 4399 w 20977"/>
                <a:gd name="connsiteY7" fmla="*/ 8375 h 20270"/>
                <a:gd name="connsiteX8" fmla="*/ 6979 w 20977"/>
                <a:gd name="connsiteY8" fmla="*/ 7052 h 20270"/>
                <a:gd name="connsiteX9" fmla="*/ 0 w 20977"/>
                <a:gd name="connsiteY9" fmla="*/ 2391 h 20270"/>
                <a:gd name="connsiteX10" fmla="*/ 8537 w 20977"/>
                <a:gd name="connsiteY10" fmla="*/ 0 h 20270"/>
                <a:gd name="connsiteX0" fmla="*/ 8537 w 20977"/>
                <a:gd name="connsiteY0" fmla="*/ 0 h 20270"/>
                <a:gd name="connsiteX1" fmla="*/ 12237 w 20977"/>
                <a:gd name="connsiteY1" fmla="*/ 4750 h 20270"/>
                <a:gd name="connsiteX2" fmla="*/ 15954 w 20977"/>
                <a:gd name="connsiteY2" fmla="*/ 10677 h 20270"/>
                <a:gd name="connsiteX3" fmla="*/ 14144 w 20977"/>
                <a:gd name="connsiteY3" fmla="*/ 11547 h 20270"/>
                <a:gd name="connsiteX4" fmla="*/ 20977 w 20977"/>
                <a:gd name="connsiteY4" fmla="*/ 20270 h 20270"/>
                <a:gd name="connsiteX5" fmla="*/ 9389 w 20977"/>
                <a:gd name="connsiteY5" fmla="*/ 13585 h 20270"/>
                <a:gd name="connsiteX6" fmla="*/ 11599 w 20977"/>
                <a:gd name="connsiteY6" fmla="*/ 12657 h 20270"/>
                <a:gd name="connsiteX7" fmla="*/ 6979 w 20977"/>
                <a:gd name="connsiteY7" fmla="*/ 7052 h 20270"/>
                <a:gd name="connsiteX8" fmla="*/ 0 w 20977"/>
                <a:gd name="connsiteY8" fmla="*/ 2391 h 20270"/>
                <a:gd name="connsiteX9" fmla="*/ 8537 w 20977"/>
                <a:gd name="connsiteY9" fmla="*/ 0 h 20270"/>
                <a:gd name="connsiteX0" fmla="*/ 8537 w 20977"/>
                <a:gd name="connsiteY0" fmla="*/ 0 h 20270"/>
                <a:gd name="connsiteX1" fmla="*/ 12237 w 20977"/>
                <a:gd name="connsiteY1" fmla="*/ 4750 h 20270"/>
                <a:gd name="connsiteX2" fmla="*/ 15954 w 20977"/>
                <a:gd name="connsiteY2" fmla="*/ 10677 h 20270"/>
                <a:gd name="connsiteX3" fmla="*/ 14144 w 20977"/>
                <a:gd name="connsiteY3" fmla="*/ 11547 h 20270"/>
                <a:gd name="connsiteX4" fmla="*/ 20977 w 20977"/>
                <a:gd name="connsiteY4" fmla="*/ 20270 h 20270"/>
                <a:gd name="connsiteX5" fmla="*/ 9389 w 20977"/>
                <a:gd name="connsiteY5" fmla="*/ 13585 h 20270"/>
                <a:gd name="connsiteX6" fmla="*/ 11599 w 20977"/>
                <a:gd name="connsiteY6" fmla="*/ 12657 h 20270"/>
                <a:gd name="connsiteX7" fmla="*/ 0 w 20977"/>
                <a:gd name="connsiteY7" fmla="*/ 2391 h 20270"/>
                <a:gd name="connsiteX8" fmla="*/ 8537 w 20977"/>
                <a:gd name="connsiteY8" fmla="*/ 0 h 20270"/>
                <a:gd name="connsiteX0" fmla="*/ 8537 w 20977"/>
                <a:gd name="connsiteY0" fmla="*/ 0 h 20270"/>
                <a:gd name="connsiteX1" fmla="*/ 15954 w 20977"/>
                <a:gd name="connsiteY1" fmla="*/ 10677 h 20270"/>
                <a:gd name="connsiteX2" fmla="*/ 14144 w 20977"/>
                <a:gd name="connsiteY2" fmla="*/ 11547 h 20270"/>
                <a:gd name="connsiteX3" fmla="*/ 20977 w 20977"/>
                <a:gd name="connsiteY3" fmla="*/ 20270 h 20270"/>
                <a:gd name="connsiteX4" fmla="*/ 9389 w 20977"/>
                <a:gd name="connsiteY4" fmla="*/ 13585 h 20270"/>
                <a:gd name="connsiteX5" fmla="*/ 11599 w 20977"/>
                <a:gd name="connsiteY5" fmla="*/ 12657 h 20270"/>
                <a:gd name="connsiteX6" fmla="*/ 0 w 20977"/>
                <a:gd name="connsiteY6" fmla="*/ 2391 h 20270"/>
                <a:gd name="connsiteX7" fmla="*/ 8537 w 20977"/>
                <a:gd name="connsiteY7" fmla="*/ 0 h 20270"/>
                <a:gd name="connsiteX0" fmla="*/ 8537 w 20977"/>
                <a:gd name="connsiteY0" fmla="*/ 0 h 20270"/>
                <a:gd name="connsiteX1" fmla="*/ 15954 w 20977"/>
                <a:gd name="connsiteY1" fmla="*/ 10677 h 20270"/>
                <a:gd name="connsiteX2" fmla="*/ 14144 w 20977"/>
                <a:gd name="connsiteY2" fmla="*/ 11547 h 20270"/>
                <a:gd name="connsiteX3" fmla="*/ 20977 w 20977"/>
                <a:gd name="connsiteY3" fmla="*/ 20270 h 20270"/>
                <a:gd name="connsiteX4" fmla="*/ 1463 w 20977"/>
                <a:gd name="connsiteY4" fmla="*/ 10815 h 20270"/>
                <a:gd name="connsiteX5" fmla="*/ 11599 w 20977"/>
                <a:gd name="connsiteY5" fmla="*/ 12657 h 20270"/>
                <a:gd name="connsiteX6" fmla="*/ 0 w 20977"/>
                <a:gd name="connsiteY6" fmla="*/ 2391 h 20270"/>
                <a:gd name="connsiteX7" fmla="*/ 8537 w 20977"/>
                <a:gd name="connsiteY7" fmla="*/ 0 h 20270"/>
                <a:gd name="connsiteX0" fmla="*/ 8537 w 20977"/>
                <a:gd name="connsiteY0" fmla="*/ 0 h 20270"/>
                <a:gd name="connsiteX1" fmla="*/ 19366 w 20977"/>
                <a:gd name="connsiteY1" fmla="*/ 11918 h 20270"/>
                <a:gd name="connsiteX2" fmla="*/ 14144 w 20977"/>
                <a:gd name="connsiteY2" fmla="*/ 11547 h 20270"/>
                <a:gd name="connsiteX3" fmla="*/ 20977 w 20977"/>
                <a:gd name="connsiteY3" fmla="*/ 20270 h 20270"/>
                <a:gd name="connsiteX4" fmla="*/ 1463 w 20977"/>
                <a:gd name="connsiteY4" fmla="*/ 10815 h 20270"/>
                <a:gd name="connsiteX5" fmla="*/ 11599 w 20977"/>
                <a:gd name="connsiteY5" fmla="*/ 12657 h 20270"/>
                <a:gd name="connsiteX6" fmla="*/ 0 w 20977"/>
                <a:gd name="connsiteY6" fmla="*/ 2391 h 20270"/>
                <a:gd name="connsiteX7" fmla="*/ 8537 w 20977"/>
                <a:gd name="connsiteY7" fmla="*/ 0 h 20270"/>
                <a:gd name="connsiteX0" fmla="*/ 8537 w 20977"/>
                <a:gd name="connsiteY0" fmla="*/ 0 h 20270"/>
                <a:gd name="connsiteX1" fmla="*/ 19097 w 20977"/>
                <a:gd name="connsiteY1" fmla="*/ 12476 h 20270"/>
                <a:gd name="connsiteX2" fmla="*/ 14144 w 20977"/>
                <a:gd name="connsiteY2" fmla="*/ 11547 h 20270"/>
                <a:gd name="connsiteX3" fmla="*/ 20977 w 20977"/>
                <a:gd name="connsiteY3" fmla="*/ 20270 h 20270"/>
                <a:gd name="connsiteX4" fmla="*/ 1463 w 20977"/>
                <a:gd name="connsiteY4" fmla="*/ 10815 h 20270"/>
                <a:gd name="connsiteX5" fmla="*/ 11599 w 20977"/>
                <a:gd name="connsiteY5" fmla="*/ 12657 h 20270"/>
                <a:gd name="connsiteX6" fmla="*/ 0 w 20977"/>
                <a:gd name="connsiteY6" fmla="*/ 2391 h 20270"/>
                <a:gd name="connsiteX7" fmla="*/ 8537 w 20977"/>
                <a:gd name="connsiteY7" fmla="*/ 0 h 20270"/>
                <a:gd name="connsiteX0" fmla="*/ 8537 w 20977"/>
                <a:gd name="connsiteY0" fmla="*/ 0 h 20270"/>
                <a:gd name="connsiteX1" fmla="*/ 19097 w 20977"/>
                <a:gd name="connsiteY1" fmla="*/ 12476 h 20270"/>
                <a:gd name="connsiteX2" fmla="*/ 14144 w 20977"/>
                <a:gd name="connsiteY2" fmla="*/ 11547 h 20270"/>
                <a:gd name="connsiteX3" fmla="*/ 20977 w 20977"/>
                <a:gd name="connsiteY3" fmla="*/ 20270 h 20270"/>
                <a:gd name="connsiteX4" fmla="*/ 4418 w 20977"/>
                <a:gd name="connsiteY4" fmla="*/ 11033 h 20270"/>
                <a:gd name="connsiteX5" fmla="*/ 11599 w 20977"/>
                <a:gd name="connsiteY5" fmla="*/ 12657 h 20270"/>
                <a:gd name="connsiteX6" fmla="*/ 0 w 20977"/>
                <a:gd name="connsiteY6" fmla="*/ 2391 h 20270"/>
                <a:gd name="connsiteX7" fmla="*/ 8537 w 20977"/>
                <a:gd name="connsiteY7" fmla="*/ 0 h 20270"/>
                <a:gd name="connsiteX0" fmla="*/ 8537 w 20977"/>
                <a:gd name="connsiteY0" fmla="*/ 0 h 20270"/>
                <a:gd name="connsiteX1" fmla="*/ 19097 w 20977"/>
                <a:gd name="connsiteY1" fmla="*/ 12476 h 20270"/>
                <a:gd name="connsiteX2" fmla="*/ 14144 w 20977"/>
                <a:gd name="connsiteY2" fmla="*/ 11547 h 20270"/>
                <a:gd name="connsiteX3" fmla="*/ 20977 w 20977"/>
                <a:gd name="connsiteY3" fmla="*/ 20270 h 20270"/>
                <a:gd name="connsiteX4" fmla="*/ 5380 w 20977"/>
                <a:gd name="connsiteY4" fmla="*/ 10216 h 20270"/>
                <a:gd name="connsiteX5" fmla="*/ 11599 w 20977"/>
                <a:gd name="connsiteY5" fmla="*/ 12657 h 20270"/>
                <a:gd name="connsiteX6" fmla="*/ 0 w 20977"/>
                <a:gd name="connsiteY6" fmla="*/ 2391 h 20270"/>
                <a:gd name="connsiteX7" fmla="*/ 8537 w 20977"/>
                <a:gd name="connsiteY7" fmla="*/ 0 h 20270"/>
                <a:gd name="connsiteX0" fmla="*/ 8537 w 20977"/>
                <a:gd name="connsiteY0" fmla="*/ 0 h 20270"/>
                <a:gd name="connsiteX1" fmla="*/ 19097 w 20977"/>
                <a:gd name="connsiteY1" fmla="*/ 12476 h 20270"/>
                <a:gd name="connsiteX2" fmla="*/ 14144 w 20977"/>
                <a:gd name="connsiteY2" fmla="*/ 11547 h 20270"/>
                <a:gd name="connsiteX3" fmla="*/ 20977 w 20977"/>
                <a:gd name="connsiteY3" fmla="*/ 20270 h 20270"/>
                <a:gd name="connsiteX4" fmla="*/ 5233 w 20977"/>
                <a:gd name="connsiteY4" fmla="*/ 10905 h 20270"/>
                <a:gd name="connsiteX5" fmla="*/ 11599 w 20977"/>
                <a:gd name="connsiteY5" fmla="*/ 12657 h 20270"/>
                <a:gd name="connsiteX6" fmla="*/ 0 w 20977"/>
                <a:gd name="connsiteY6" fmla="*/ 2391 h 20270"/>
                <a:gd name="connsiteX7" fmla="*/ 8537 w 20977"/>
                <a:gd name="connsiteY7" fmla="*/ 0 h 20270"/>
                <a:gd name="connsiteX0" fmla="*/ 8537 w 20977"/>
                <a:gd name="connsiteY0" fmla="*/ 0 h 20270"/>
                <a:gd name="connsiteX1" fmla="*/ 19097 w 20977"/>
                <a:gd name="connsiteY1" fmla="*/ 12476 h 20270"/>
                <a:gd name="connsiteX2" fmla="*/ 14144 w 20977"/>
                <a:gd name="connsiteY2" fmla="*/ 11547 h 20270"/>
                <a:gd name="connsiteX3" fmla="*/ 20977 w 20977"/>
                <a:gd name="connsiteY3" fmla="*/ 20270 h 20270"/>
                <a:gd name="connsiteX4" fmla="*/ 5260 w 20977"/>
                <a:gd name="connsiteY4" fmla="*/ 11305 h 20270"/>
                <a:gd name="connsiteX5" fmla="*/ 11599 w 20977"/>
                <a:gd name="connsiteY5" fmla="*/ 12657 h 20270"/>
                <a:gd name="connsiteX6" fmla="*/ 0 w 20977"/>
                <a:gd name="connsiteY6" fmla="*/ 2391 h 20270"/>
                <a:gd name="connsiteX7" fmla="*/ 8537 w 20977"/>
                <a:gd name="connsiteY7" fmla="*/ 0 h 20270"/>
                <a:gd name="connsiteX0" fmla="*/ 6039 w 20977"/>
                <a:gd name="connsiteY0" fmla="*/ 0 h 19465"/>
                <a:gd name="connsiteX1" fmla="*/ 19097 w 20977"/>
                <a:gd name="connsiteY1" fmla="*/ 11671 h 19465"/>
                <a:gd name="connsiteX2" fmla="*/ 14144 w 20977"/>
                <a:gd name="connsiteY2" fmla="*/ 10742 h 19465"/>
                <a:gd name="connsiteX3" fmla="*/ 20977 w 20977"/>
                <a:gd name="connsiteY3" fmla="*/ 19465 h 19465"/>
                <a:gd name="connsiteX4" fmla="*/ 5260 w 20977"/>
                <a:gd name="connsiteY4" fmla="*/ 10500 h 19465"/>
                <a:gd name="connsiteX5" fmla="*/ 11599 w 20977"/>
                <a:gd name="connsiteY5" fmla="*/ 11852 h 19465"/>
                <a:gd name="connsiteX6" fmla="*/ 0 w 20977"/>
                <a:gd name="connsiteY6" fmla="*/ 1586 h 19465"/>
                <a:gd name="connsiteX7" fmla="*/ 6039 w 20977"/>
                <a:gd name="connsiteY7" fmla="*/ 0 h 19465"/>
                <a:gd name="connsiteX0" fmla="*/ 6039 w 20977"/>
                <a:gd name="connsiteY0" fmla="*/ 0 h 19465"/>
                <a:gd name="connsiteX1" fmla="*/ 19097 w 20977"/>
                <a:gd name="connsiteY1" fmla="*/ 11671 h 19465"/>
                <a:gd name="connsiteX2" fmla="*/ 14144 w 20977"/>
                <a:gd name="connsiteY2" fmla="*/ 10742 h 19465"/>
                <a:gd name="connsiteX3" fmla="*/ 20977 w 20977"/>
                <a:gd name="connsiteY3" fmla="*/ 19465 h 19465"/>
                <a:gd name="connsiteX4" fmla="*/ 3959 w 20977"/>
                <a:gd name="connsiteY4" fmla="*/ 7983 h 19465"/>
                <a:gd name="connsiteX5" fmla="*/ 11599 w 20977"/>
                <a:gd name="connsiteY5" fmla="*/ 11852 h 19465"/>
                <a:gd name="connsiteX6" fmla="*/ 0 w 20977"/>
                <a:gd name="connsiteY6" fmla="*/ 1586 h 19465"/>
                <a:gd name="connsiteX7" fmla="*/ 6039 w 20977"/>
                <a:gd name="connsiteY7" fmla="*/ 0 h 19465"/>
                <a:gd name="connsiteX0" fmla="*/ 6039 w 20977"/>
                <a:gd name="connsiteY0" fmla="*/ 0 h 19465"/>
                <a:gd name="connsiteX1" fmla="*/ 19097 w 20977"/>
                <a:gd name="connsiteY1" fmla="*/ 11671 h 19465"/>
                <a:gd name="connsiteX2" fmla="*/ 14144 w 20977"/>
                <a:gd name="connsiteY2" fmla="*/ 10742 h 19465"/>
                <a:gd name="connsiteX3" fmla="*/ 20977 w 20977"/>
                <a:gd name="connsiteY3" fmla="*/ 19465 h 19465"/>
                <a:gd name="connsiteX4" fmla="*/ 3959 w 20977"/>
                <a:gd name="connsiteY4" fmla="*/ 7983 h 19465"/>
                <a:gd name="connsiteX5" fmla="*/ 8317 w 20977"/>
                <a:gd name="connsiteY5" fmla="*/ 8948 h 19465"/>
                <a:gd name="connsiteX6" fmla="*/ 0 w 20977"/>
                <a:gd name="connsiteY6" fmla="*/ 1586 h 19465"/>
                <a:gd name="connsiteX7" fmla="*/ 6039 w 20977"/>
                <a:gd name="connsiteY7" fmla="*/ 0 h 19465"/>
                <a:gd name="connsiteX0" fmla="*/ 6039 w 20977"/>
                <a:gd name="connsiteY0" fmla="*/ 0 h 19465"/>
                <a:gd name="connsiteX1" fmla="*/ 19097 w 20977"/>
                <a:gd name="connsiteY1" fmla="*/ 11671 h 19465"/>
                <a:gd name="connsiteX2" fmla="*/ 11084 w 20977"/>
                <a:gd name="connsiteY2" fmla="*/ 8025 h 19465"/>
                <a:gd name="connsiteX3" fmla="*/ 20977 w 20977"/>
                <a:gd name="connsiteY3" fmla="*/ 19465 h 19465"/>
                <a:gd name="connsiteX4" fmla="*/ 3959 w 20977"/>
                <a:gd name="connsiteY4" fmla="*/ 7983 h 19465"/>
                <a:gd name="connsiteX5" fmla="*/ 8317 w 20977"/>
                <a:gd name="connsiteY5" fmla="*/ 8948 h 19465"/>
                <a:gd name="connsiteX6" fmla="*/ 0 w 20977"/>
                <a:gd name="connsiteY6" fmla="*/ 1586 h 19465"/>
                <a:gd name="connsiteX7" fmla="*/ 6039 w 20977"/>
                <a:gd name="connsiteY7" fmla="*/ 0 h 19465"/>
                <a:gd name="connsiteX0" fmla="*/ 6039 w 20977"/>
                <a:gd name="connsiteY0" fmla="*/ 0 h 19465"/>
                <a:gd name="connsiteX1" fmla="*/ 17255 w 20977"/>
                <a:gd name="connsiteY1" fmla="*/ 9049 h 19465"/>
                <a:gd name="connsiteX2" fmla="*/ 11084 w 20977"/>
                <a:gd name="connsiteY2" fmla="*/ 8025 h 19465"/>
                <a:gd name="connsiteX3" fmla="*/ 20977 w 20977"/>
                <a:gd name="connsiteY3" fmla="*/ 19465 h 19465"/>
                <a:gd name="connsiteX4" fmla="*/ 3959 w 20977"/>
                <a:gd name="connsiteY4" fmla="*/ 7983 h 19465"/>
                <a:gd name="connsiteX5" fmla="*/ 8317 w 20977"/>
                <a:gd name="connsiteY5" fmla="*/ 8948 h 19465"/>
                <a:gd name="connsiteX6" fmla="*/ 0 w 20977"/>
                <a:gd name="connsiteY6" fmla="*/ 1586 h 19465"/>
                <a:gd name="connsiteX7" fmla="*/ 6039 w 20977"/>
                <a:gd name="connsiteY7" fmla="*/ 0 h 19465"/>
                <a:gd name="connsiteX0" fmla="*/ 6039 w 18793"/>
                <a:gd name="connsiteY0" fmla="*/ 0 h 17745"/>
                <a:gd name="connsiteX1" fmla="*/ 17255 w 18793"/>
                <a:gd name="connsiteY1" fmla="*/ 9049 h 17745"/>
                <a:gd name="connsiteX2" fmla="*/ 11084 w 18793"/>
                <a:gd name="connsiteY2" fmla="*/ 8025 h 17745"/>
                <a:gd name="connsiteX3" fmla="*/ 18793 w 18793"/>
                <a:gd name="connsiteY3" fmla="*/ 17745 h 17745"/>
                <a:gd name="connsiteX4" fmla="*/ 3959 w 18793"/>
                <a:gd name="connsiteY4" fmla="*/ 7983 h 17745"/>
                <a:gd name="connsiteX5" fmla="*/ 8317 w 18793"/>
                <a:gd name="connsiteY5" fmla="*/ 8948 h 17745"/>
                <a:gd name="connsiteX6" fmla="*/ 0 w 18793"/>
                <a:gd name="connsiteY6" fmla="*/ 1586 h 17745"/>
                <a:gd name="connsiteX7" fmla="*/ 6039 w 18793"/>
                <a:gd name="connsiteY7" fmla="*/ 0 h 17745"/>
                <a:gd name="connsiteX0" fmla="*/ 6039 w 18793"/>
                <a:gd name="connsiteY0" fmla="*/ 0 h 17745"/>
                <a:gd name="connsiteX1" fmla="*/ 17255 w 18793"/>
                <a:gd name="connsiteY1" fmla="*/ 9049 h 17745"/>
                <a:gd name="connsiteX2" fmla="*/ 11084 w 18793"/>
                <a:gd name="connsiteY2" fmla="*/ 8025 h 17745"/>
                <a:gd name="connsiteX3" fmla="*/ 18793 w 18793"/>
                <a:gd name="connsiteY3" fmla="*/ 17745 h 17745"/>
                <a:gd name="connsiteX4" fmla="*/ 4244 w 18793"/>
                <a:gd name="connsiteY4" fmla="*/ 7177 h 17745"/>
                <a:gd name="connsiteX5" fmla="*/ 8317 w 18793"/>
                <a:gd name="connsiteY5" fmla="*/ 8948 h 17745"/>
                <a:gd name="connsiteX6" fmla="*/ 0 w 18793"/>
                <a:gd name="connsiteY6" fmla="*/ 1586 h 17745"/>
                <a:gd name="connsiteX7" fmla="*/ 6039 w 18793"/>
                <a:gd name="connsiteY7" fmla="*/ 0 h 17745"/>
                <a:gd name="connsiteX0" fmla="*/ 6039 w 18793"/>
                <a:gd name="connsiteY0" fmla="*/ 0 h 17745"/>
                <a:gd name="connsiteX1" fmla="*/ 16457 w 18793"/>
                <a:gd name="connsiteY1" fmla="*/ 10150 h 17745"/>
                <a:gd name="connsiteX2" fmla="*/ 11084 w 18793"/>
                <a:gd name="connsiteY2" fmla="*/ 8025 h 17745"/>
                <a:gd name="connsiteX3" fmla="*/ 18793 w 18793"/>
                <a:gd name="connsiteY3" fmla="*/ 17745 h 17745"/>
                <a:gd name="connsiteX4" fmla="*/ 4244 w 18793"/>
                <a:gd name="connsiteY4" fmla="*/ 7177 h 17745"/>
                <a:gd name="connsiteX5" fmla="*/ 8317 w 18793"/>
                <a:gd name="connsiteY5" fmla="*/ 8948 h 17745"/>
                <a:gd name="connsiteX6" fmla="*/ 0 w 18793"/>
                <a:gd name="connsiteY6" fmla="*/ 1586 h 17745"/>
                <a:gd name="connsiteX7" fmla="*/ 6039 w 18793"/>
                <a:gd name="connsiteY7" fmla="*/ 0 h 177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8793" h="17745">
                  <a:moveTo>
                    <a:pt x="6039" y="0"/>
                  </a:moveTo>
                  <a:lnTo>
                    <a:pt x="16457" y="10150"/>
                  </a:lnTo>
                  <a:lnTo>
                    <a:pt x="11084" y="8025"/>
                  </a:lnTo>
                  <a:lnTo>
                    <a:pt x="18793" y="17745"/>
                  </a:lnTo>
                  <a:lnTo>
                    <a:pt x="4244" y="7177"/>
                  </a:lnTo>
                  <a:lnTo>
                    <a:pt x="8317" y="8948"/>
                  </a:lnTo>
                  <a:lnTo>
                    <a:pt x="0" y="1586"/>
                  </a:lnTo>
                  <a:lnTo>
                    <a:pt x="6039" y="0"/>
                  </a:lnTo>
                  <a:close/>
                </a:path>
              </a:pathLst>
            </a:custGeom>
            <a:solidFill>
              <a:srgbClr val="C00000"/>
            </a:solidFill>
            <a:ln w="149225">
              <a:gradFill flip="none" rotWithShape="1">
                <a:gsLst>
                  <a:gs pos="0">
                    <a:schemeClr val="accent1">
                      <a:lumMod val="5000"/>
                      <a:lumOff val="95000"/>
                      <a:alpha val="0"/>
                    </a:schemeClr>
                  </a:gs>
                  <a:gs pos="42000">
                    <a:schemeClr val="accent4">
                      <a:alpha val="12034"/>
                    </a:schemeClr>
                  </a:gs>
                  <a:gs pos="83000">
                    <a:schemeClr val="accent4"/>
                  </a:gs>
                  <a:gs pos="99000">
                    <a:schemeClr val="accent4">
                      <a:lumMod val="83434"/>
                    </a:schemeClr>
                  </a:gs>
                </a:gsLst>
                <a:lin ang="19800000" scaled="0"/>
                <a:tileRect/>
              </a:gra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2" name="Hexagon 21">
              <a:extLst>
                <a:ext uri="{FF2B5EF4-FFF2-40B4-BE49-F238E27FC236}">
                  <a16:creationId xmlns:a16="http://schemas.microsoft.com/office/drawing/2014/main" id="{83C87CCD-BA13-C9F1-8C4B-7402562F292B}"/>
                </a:ext>
              </a:extLst>
            </p:cNvPr>
            <p:cNvSpPr>
              <a:spLocks/>
            </p:cNvSpPr>
            <p:nvPr/>
          </p:nvSpPr>
          <p:spPr>
            <a:xfrm>
              <a:off x="2888974" y="1276265"/>
              <a:ext cx="4797287" cy="4174435"/>
            </a:xfrm>
            <a:prstGeom prst="hexagon">
              <a:avLst/>
            </a:prstGeom>
            <a:noFill/>
            <a:ln w="2032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411C293D-149E-F1DB-73F1-9F82FC7271B6}"/>
                </a:ext>
              </a:extLst>
            </p:cNvPr>
            <p:cNvSpPr txBox="1"/>
            <p:nvPr/>
          </p:nvSpPr>
          <p:spPr>
            <a:xfrm rot="18515941">
              <a:off x="3955750" y="3625136"/>
              <a:ext cx="3187910" cy="76944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4400" b="1" dirty="0"/>
                <a:t>BOWIE+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50913713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5578</TotalTime>
  <Words>12</Words>
  <Application>Microsoft Macintosh PowerPoint</Application>
  <PresentationFormat>Widescreen</PresentationFormat>
  <Paragraphs>5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2" baseType="lpstr">
      <vt:lpstr>Aptos</vt:lpstr>
      <vt:lpstr>Aptos Display</vt:lpstr>
      <vt:lpstr>Arial</vt:lpstr>
      <vt:lpstr>Baskerville</vt:lpstr>
      <vt:lpstr>Palatino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Hannah Wakeford</dc:creator>
  <cp:lastModifiedBy>Hannah Wakeford</cp:lastModifiedBy>
  <cp:revision>8</cp:revision>
  <dcterms:created xsi:type="dcterms:W3CDTF">2025-01-20T13:46:12Z</dcterms:created>
  <dcterms:modified xsi:type="dcterms:W3CDTF">2025-06-26T16:51:41Z</dcterms:modified>
</cp:coreProperties>
</file>